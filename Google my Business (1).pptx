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816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9721215"/>
          </a:xfrm>
          <a:custGeom>
            <a:avLst/>
            <a:gdLst/>
            <a:ahLst/>
            <a:cxnLst/>
            <a:rect l="l" t="t" r="r" b="b"/>
            <a:pathLst>
              <a:path w="18288000" h="9721215">
                <a:moveTo>
                  <a:pt x="0" y="9720651"/>
                </a:moveTo>
                <a:lnTo>
                  <a:pt x="18288000" y="9720651"/>
                </a:lnTo>
                <a:lnTo>
                  <a:pt x="18288000" y="0"/>
                </a:lnTo>
                <a:lnTo>
                  <a:pt x="0" y="0"/>
                </a:lnTo>
                <a:lnTo>
                  <a:pt x="0" y="9720651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722611" y="2054819"/>
            <a:ext cx="2059939" cy="3883025"/>
          </a:xfrm>
          <a:custGeom>
            <a:avLst/>
            <a:gdLst/>
            <a:ahLst/>
            <a:cxnLst/>
            <a:rect l="l" t="t" r="r" b="b"/>
            <a:pathLst>
              <a:path w="2059940" h="3883025">
                <a:moveTo>
                  <a:pt x="33466" y="231709"/>
                </a:moveTo>
                <a:lnTo>
                  <a:pt x="33466" y="193091"/>
                </a:lnTo>
                <a:lnTo>
                  <a:pt x="63454" y="186997"/>
                </a:lnTo>
                <a:lnTo>
                  <a:pt x="88011" y="170403"/>
                </a:lnTo>
                <a:lnTo>
                  <a:pt x="104603" y="145844"/>
                </a:lnTo>
                <a:lnTo>
                  <a:pt x="110697" y="115854"/>
                </a:lnTo>
                <a:lnTo>
                  <a:pt x="104603" y="85865"/>
                </a:lnTo>
                <a:lnTo>
                  <a:pt x="88011" y="61306"/>
                </a:lnTo>
                <a:lnTo>
                  <a:pt x="63454" y="44712"/>
                </a:lnTo>
                <a:lnTo>
                  <a:pt x="33466" y="38618"/>
                </a:lnTo>
                <a:lnTo>
                  <a:pt x="33466" y="0"/>
                </a:lnTo>
                <a:lnTo>
                  <a:pt x="78719" y="9051"/>
                </a:lnTo>
                <a:lnTo>
                  <a:pt x="115524" y="33791"/>
                </a:lnTo>
                <a:lnTo>
                  <a:pt x="140263" y="70599"/>
                </a:lnTo>
                <a:lnTo>
                  <a:pt x="149313" y="115854"/>
                </a:lnTo>
                <a:lnTo>
                  <a:pt x="140263" y="161110"/>
                </a:lnTo>
                <a:lnTo>
                  <a:pt x="115524" y="197918"/>
                </a:lnTo>
                <a:lnTo>
                  <a:pt x="78719" y="222658"/>
                </a:lnTo>
                <a:lnTo>
                  <a:pt x="33466" y="231709"/>
                </a:lnTo>
                <a:close/>
              </a:path>
              <a:path w="2059940" h="3883025">
                <a:moveTo>
                  <a:pt x="2059497" y="133876"/>
                </a:moveTo>
                <a:lnTo>
                  <a:pt x="1827803" y="133876"/>
                </a:lnTo>
                <a:lnTo>
                  <a:pt x="1827803" y="95258"/>
                </a:lnTo>
                <a:lnTo>
                  <a:pt x="2059497" y="95258"/>
                </a:lnTo>
                <a:lnTo>
                  <a:pt x="2059497" y="133876"/>
                </a:lnTo>
                <a:close/>
              </a:path>
              <a:path w="2059940" h="3883025">
                <a:moveTo>
                  <a:pt x="1943650" y="3882427"/>
                </a:moveTo>
                <a:lnTo>
                  <a:pt x="1898397" y="3873195"/>
                </a:lnTo>
                <a:lnTo>
                  <a:pt x="1861592" y="3848154"/>
                </a:lnTo>
                <a:lnTo>
                  <a:pt x="1836854" y="3811285"/>
                </a:lnTo>
                <a:lnTo>
                  <a:pt x="1827803" y="3766572"/>
                </a:lnTo>
                <a:lnTo>
                  <a:pt x="1866419" y="3766572"/>
                </a:lnTo>
                <a:lnTo>
                  <a:pt x="1872513" y="3796562"/>
                </a:lnTo>
                <a:lnTo>
                  <a:pt x="1889105" y="3821121"/>
                </a:lnTo>
                <a:lnTo>
                  <a:pt x="1913662" y="3837715"/>
                </a:lnTo>
                <a:lnTo>
                  <a:pt x="1943650" y="3843809"/>
                </a:lnTo>
                <a:lnTo>
                  <a:pt x="2028952" y="3843809"/>
                </a:lnTo>
                <a:lnTo>
                  <a:pt x="2025708" y="3848636"/>
                </a:lnTo>
                <a:lnTo>
                  <a:pt x="1988903" y="3873376"/>
                </a:lnTo>
                <a:lnTo>
                  <a:pt x="1943650" y="3882427"/>
                </a:lnTo>
                <a:close/>
              </a:path>
              <a:path w="2059940" h="3883025">
                <a:moveTo>
                  <a:pt x="2028952" y="3843809"/>
                </a:moveTo>
                <a:lnTo>
                  <a:pt x="1943650" y="3843809"/>
                </a:lnTo>
                <a:lnTo>
                  <a:pt x="1973637" y="3837715"/>
                </a:lnTo>
                <a:lnTo>
                  <a:pt x="1998194" y="3821121"/>
                </a:lnTo>
                <a:lnTo>
                  <a:pt x="2014787" y="3796562"/>
                </a:lnTo>
                <a:lnTo>
                  <a:pt x="2020881" y="3766572"/>
                </a:lnTo>
                <a:lnTo>
                  <a:pt x="2059497" y="3766572"/>
                </a:lnTo>
                <a:lnTo>
                  <a:pt x="2050446" y="3811828"/>
                </a:lnTo>
                <a:lnTo>
                  <a:pt x="2028952" y="3843809"/>
                </a:lnTo>
                <a:close/>
              </a:path>
              <a:path w="2059940" h="3883025">
                <a:moveTo>
                  <a:pt x="1074800" y="3010941"/>
                </a:moveTo>
                <a:lnTo>
                  <a:pt x="1029547" y="3001890"/>
                </a:lnTo>
                <a:lnTo>
                  <a:pt x="992741" y="2977150"/>
                </a:lnTo>
                <a:lnTo>
                  <a:pt x="968003" y="2940342"/>
                </a:lnTo>
                <a:lnTo>
                  <a:pt x="958953" y="2895086"/>
                </a:lnTo>
                <a:lnTo>
                  <a:pt x="968184" y="2850373"/>
                </a:lnTo>
                <a:lnTo>
                  <a:pt x="993224" y="2813505"/>
                </a:lnTo>
                <a:lnTo>
                  <a:pt x="1030090" y="2788463"/>
                </a:lnTo>
                <a:lnTo>
                  <a:pt x="1074800" y="2779231"/>
                </a:lnTo>
                <a:lnTo>
                  <a:pt x="1074800" y="2817849"/>
                </a:lnTo>
                <a:lnTo>
                  <a:pt x="1044812" y="2823944"/>
                </a:lnTo>
                <a:lnTo>
                  <a:pt x="1020255" y="2840537"/>
                </a:lnTo>
                <a:lnTo>
                  <a:pt x="1003662" y="2865096"/>
                </a:lnTo>
                <a:lnTo>
                  <a:pt x="997568" y="2895086"/>
                </a:lnTo>
                <a:lnTo>
                  <a:pt x="1003662" y="2925075"/>
                </a:lnTo>
                <a:lnTo>
                  <a:pt x="1020255" y="2949634"/>
                </a:lnTo>
                <a:lnTo>
                  <a:pt x="1044812" y="2966228"/>
                </a:lnTo>
                <a:lnTo>
                  <a:pt x="1074800" y="2972322"/>
                </a:lnTo>
                <a:lnTo>
                  <a:pt x="1074800" y="3010941"/>
                </a:lnTo>
                <a:close/>
              </a:path>
              <a:path w="2059940" h="3883025">
                <a:moveTo>
                  <a:pt x="163472" y="2062217"/>
                </a:moveTo>
                <a:lnTo>
                  <a:pt x="0" y="1897446"/>
                </a:lnTo>
                <a:lnTo>
                  <a:pt x="27030" y="1870413"/>
                </a:lnTo>
                <a:lnTo>
                  <a:pt x="190503" y="2033897"/>
                </a:lnTo>
                <a:lnTo>
                  <a:pt x="163472" y="2062217"/>
                </a:lnTo>
                <a:close/>
              </a:path>
              <a:path w="2059940" h="3883025">
                <a:moveTo>
                  <a:pt x="1883152" y="1159836"/>
                </a:moveTo>
                <a:lnTo>
                  <a:pt x="1883152" y="1121218"/>
                </a:lnTo>
                <a:lnTo>
                  <a:pt x="1913140" y="1115123"/>
                </a:lnTo>
                <a:lnTo>
                  <a:pt x="1937697" y="1098530"/>
                </a:lnTo>
                <a:lnTo>
                  <a:pt x="1954289" y="1073971"/>
                </a:lnTo>
                <a:lnTo>
                  <a:pt x="1960383" y="1043981"/>
                </a:lnTo>
                <a:lnTo>
                  <a:pt x="1954289" y="1013992"/>
                </a:lnTo>
                <a:lnTo>
                  <a:pt x="1937697" y="989433"/>
                </a:lnTo>
                <a:lnTo>
                  <a:pt x="1913140" y="972839"/>
                </a:lnTo>
                <a:lnTo>
                  <a:pt x="1883152" y="966745"/>
                </a:lnTo>
                <a:lnTo>
                  <a:pt x="1883152" y="928126"/>
                </a:lnTo>
                <a:lnTo>
                  <a:pt x="1928405" y="937177"/>
                </a:lnTo>
                <a:lnTo>
                  <a:pt x="1965210" y="961917"/>
                </a:lnTo>
                <a:lnTo>
                  <a:pt x="1989948" y="998725"/>
                </a:lnTo>
                <a:lnTo>
                  <a:pt x="1998999" y="1043981"/>
                </a:lnTo>
                <a:lnTo>
                  <a:pt x="1989948" y="1088694"/>
                </a:lnTo>
                <a:lnTo>
                  <a:pt x="1965210" y="1125562"/>
                </a:lnTo>
                <a:lnTo>
                  <a:pt x="1928405" y="1150604"/>
                </a:lnTo>
                <a:lnTo>
                  <a:pt x="1883152" y="1159836"/>
                </a:lnTo>
                <a:close/>
              </a:path>
              <a:path w="2059940" h="3883025">
                <a:moveTo>
                  <a:pt x="1034897" y="1157262"/>
                </a:moveTo>
                <a:lnTo>
                  <a:pt x="996281" y="1157262"/>
                </a:lnTo>
                <a:lnTo>
                  <a:pt x="996281" y="925552"/>
                </a:lnTo>
                <a:lnTo>
                  <a:pt x="1034897" y="925552"/>
                </a:lnTo>
                <a:lnTo>
                  <a:pt x="1034897" y="1157262"/>
                </a:lnTo>
                <a:close/>
              </a:path>
              <a:path w="2059940" h="3883025">
                <a:moveTo>
                  <a:pt x="2058209" y="1988843"/>
                </a:moveTo>
                <a:lnTo>
                  <a:pt x="1826516" y="1988843"/>
                </a:lnTo>
                <a:lnTo>
                  <a:pt x="1826516" y="1950224"/>
                </a:lnTo>
                <a:lnTo>
                  <a:pt x="2058209" y="1950224"/>
                </a:lnTo>
                <a:lnTo>
                  <a:pt x="2058209" y="1988843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694293" y="2054819"/>
            <a:ext cx="2073910" cy="3923665"/>
          </a:xfrm>
          <a:custGeom>
            <a:avLst/>
            <a:gdLst/>
            <a:ahLst/>
            <a:cxnLst/>
            <a:rect l="l" t="t" r="r" b="b"/>
            <a:pathLst>
              <a:path w="2073909" h="3923665">
                <a:moveTo>
                  <a:pt x="1063215" y="231709"/>
                </a:moveTo>
                <a:lnTo>
                  <a:pt x="1024599" y="231709"/>
                </a:lnTo>
                <a:lnTo>
                  <a:pt x="1024599" y="0"/>
                </a:lnTo>
                <a:lnTo>
                  <a:pt x="1063215" y="0"/>
                </a:lnTo>
                <a:lnTo>
                  <a:pt x="1063215" y="231709"/>
                </a:lnTo>
                <a:close/>
              </a:path>
              <a:path w="2073909" h="3923665">
                <a:moveTo>
                  <a:pt x="54061" y="1143102"/>
                </a:moveTo>
                <a:lnTo>
                  <a:pt x="27030" y="1116069"/>
                </a:lnTo>
                <a:lnTo>
                  <a:pt x="190503" y="952585"/>
                </a:lnTo>
                <a:lnTo>
                  <a:pt x="217534" y="979617"/>
                </a:lnTo>
                <a:lnTo>
                  <a:pt x="54061" y="1143102"/>
                </a:lnTo>
                <a:close/>
              </a:path>
              <a:path w="2073909" h="3923665">
                <a:moveTo>
                  <a:pt x="1910183" y="3000642"/>
                </a:moveTo>
                <a:lnTo>
                  <a:pt x="1883152" y="2973610"/>
                </a:lnTo>
                <a:lnTo>
                  <a:pt x="2046625" y="2810125"/>
                </a:lnTo>
                <a:lnTo>
                  <a:pt x="2073656" y="2837158"/>
                </a:lnTo>
                <a:lnTo>
                  <a:pt x="1910183" y="3000642"/>
                </a:lnTo>
                <a:close/>
              </a:path>
              <a:path w="2073909" h="3923665">
                <a:moveTo>
                  <a:pt x="133867" y="3012228"/>
                </a:moveTo>
                <a:lnTo>
                  <a:pt x="95251" y="3012228"/>
                </a:lnTo>
                <a:lnTo>
                  <a:pt x="95251" y="2780518"/>
                </a:lnTo>
                <a:lnTo>
                  <a:pt x="133867" y="2780518"/>
                </a:lnTo>
                <a:lnTo>
                  <a:pt x="133867" y="3012228"/>
                </a:lnTo>
                <a:close/>
              </a:path>
              <a:path w="2073909" h="3923665">
                <a:moveTo>
                  <a:pt x="38615" y="3881140"/>
                </a:moveTo>
                <a:lnTo>
                  <a:pt x="0" y="3881140"/>
                </a:lnTo>
                <a:lnTo>
                  <a:pt x="9050" y="3835884"/>
                </a:lnTo>
                <a:lnTo>
                  <a:pt x="33788" y="3799076"/>
                </a:lnTo>
                <a:lnTo>
                  <a:pt x="70594" y="3774336"/>
                </a:lnTo>
                <a:lnTo>
                  <a:pt x="115846" y="3765285"/>
                </a:lnTo>
                <a:lnTo>
                  <a:pt x="161099" y="3774336"/>
                </a:lnTo>
                <a:lnTo>
                  <a:pt x="197904" y="3799076"/>
                </a:lnTo>
                <a:lnTo>
                  <a:pt x="201149" y="3803903"/>
                </a:lnTo>
                <a:lnTo>
                  <a:pt x="115846" y="3803903"/>
                </a:lnTo>
                <a:lnTo>
                  <a:pt x="85859" y="3809998"/>
                </a:lnTo>
                <a:lnTo>
                  <a:pt x="61302" y="3826592"/>
                </a:lnTo>
                <a:lnTo>
                  <a:pt x="44709" y="3851150"/>
                </a:lnTo>
                <a:lnTo>
                  <a:pt x="38615" y="3881140"/>
                </a:lnTo>
                <a:close/>
              </a:path>
              <a:path w="2073909" h="3923665">
                <a:moveTo>
                  <a:pt x="231693" y="3881140"/>
                </a:moveTo>
                <a:lnTo>
                  <a:pt x="193077" y="3881140"/>
                </a:lnTo>
                <a:lnTo>
                  <a:pt x="186983" y="3851150"/>
                </a:lnTo>
                <a:lnTo>
                  <a:pt x="170391" y="3826592"/>
                </a:lnTo>
                <a:lnTo>
                  <a:pt x="145834" y="3809998"/>
                </a:lnTo>
                <a:lnTo>
                  <a:pt x="115846" y="3803903"/>
                </a:lnTo>
                <a:lnTo>
                  <a:pt x="201149" y="3803903"/>
                </a:lnTo>
                <a:lnTo>
                  <a:pt x="222642" y="3835884"/>
                </a:lnTo>
                <a:lnTo>
                  <a:pt x="231693" y="3881140"/>
                </a:lnTo>
                <a:close/>
              </a:path>
              <a:path w="2073909" h="3923665">
                <a:moveTo>
                  <a:pt x="973112" y="3923620"/>
                </a:moveTo>
                <a:lnTo>
                  <a:pt x="946081" y="3896587"/>
                </a:lnTo>
                <a:lnTo>
                  <a:pt x="1109554" y="3733103"/>
                </a:lnTo>
                <a:lnTo>
                  <a:pt x="1136584" y="3760136"/>
                </a:lnTo>
                <a:lnTo>
                  <a:pt x="973112" y="3923620"/>
                </a:lnTo>
                <a:close/>
              </a:path>
              <a:path w="2073909" h="3923665">
                <a:moveTo>
                  <a:pt x="1043907" y="2027461"/>
                </a:moveTo>
                <a:lnTo>
                  <a:pt x="999197" y="2018410"/>
                </a:lnTo>
                <a:lnTo>
                  <a:pt x="962332" y="1993670"/>
                </a:lnTo>
                <a:lnTo>
                  <a:pt x="937292" y="1956862"/>
                </a:lnTo>
                <a:lnTo>
                  <a:pt x="928060" y="1911606"/>
                </a:lnTo>
                <a:lnTo>
                  <a:pt x="966676" y="1911606"/>
                </a:lnTo>
                <a:lnTo>
                  <a:pt x="972770" y="1941596"/>
                </a:lnTo>
                <a:lnTo>
                  <a:pt x="989363" y="1966154"/>
                </a:lnTo>
                <a:lnTo>
                  <a:pt x="1013920" y="1982748"/>
                </a:lnTo>
                <a:lnTo>
                  <a:pt x="1043907" y="1988843"/>
                </a:lnTo>
                <a:lnTo>
                  <a:pt x="1129210" y="1988843"/>
                </a:lnTo>
                <a:lnTo>
                  <a:pt x="1125965" y="1993670"/>
                </a:lnTo>
                <a:lnTo>
                  <a:pt x="1089160" y="2018410"/>
                </a:lnTo>
                <a:lnTo>
                  <a:pt x="1043907" y="2027461"/>
                </a:lnTo>
                <a:close/>
              </a:path>
              <a:path w="2073909" h="3923665">
                <a:moveTo>
                  <a:pt x="1129210" y="1988843"/>
                </a:moveTo>
                <a:lnTo>
                  <a:pt x="1043907" y="1988843"/>
                </a:lnTo>
                <a:lnTo>
                  <a:pt x="1073894" y="1982748"/>
                </a:lnTo>
                <a:lnTo>
                  <a:pt x="1098452" y="1966154"/>
                </a:lnTo>
                <a:lnTo>
                  <a:pt x="1115044" y="1941596"/>
                </a:lnTo>
                <a:lnTo>
                  <a:pt x="1121138" y="1911606"/>
                </a:lnTo>
                <a:lnTo>
                  <a:pt x="1159754" y="1911606"/>
                </a:lnTo>
                <a:lnTo>
                  <a:pt x="1150703" y="1956862"/>
                </a:lnTo>
                <a:lnTo>
                  <a:pt x="1129210" y="1988843"/>
                </a:lnTo>
                <a:close/>
              </a:path>
            </a:pathLst>
          </a:custGeom>
          <a:solidFill>
            <a:srgbClr val="2ED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649181" y="1327350"/>
            <a:ext cx="10083957" cy="83874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1266632"/>
            <a:ext cx="16256000" cy="2284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10/6/2020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586247" y="5085468"/>
            <a:ext cx="3119120" cy="4159885"/>
          </a:xfrm>
          <a:custGeom>
            <a:avLst/>
            <a:gdLst/>
            <a:ahLst/>
            <a:cxnLst/>
            <a:rect l="l" t="t" r="r" b="b"/>
            <a:pathLst>
              <a:path w="3119120" h="4159884">
                <a:moveTo>
                  <a:pt x="2879261" y="4159473"/>
                </a:moveTo>
                <a:lnTo>
                  <a:pt x="243596" y="4159473"/>
                </a:lnTo>
                <a:lnTo>
                  <a:pt x="194807" y="4155062"/>
                </a:lnTo>
                <a:lnTo>
                  <a:pt x="149860" y="4142349"/>
                </a:lnTo>
                <a:lnTo>
                  <a:pt x="109455" y="4122119"/>
                </a:lnTo>
                <a:lnTo>
                  <a:pt x="74289" y="4095155"/>
                </a:lnTo>
                <a:lnTo>
                  <a:pt x="45063" y="4062241"/>
                </a:lnTo>
                <a:lnTo>
                  <a:pt x="22473" y="4024159"/>
                </a:lnTo>
                <a:lnTo>
                  <a:pt x="7219" y="3981693"/>
                </a:lnTo>
                <a:lnTo>
                  <a:pt x="0" y="3935626"/>
                </a:lnTo>
                <a:lnTo>
                  <a:pt x="1513" y="3886742"/>
                </a:lnTo>
                <a:lnTo>
                  <a:pt x="440354" y="272730"/>
                </a:lnTo>
                <a:lnTo>
                  <a:pt x="449292" y="228685"/>
                </a:lnTo>
                <a:lnTo>
                  <a:pt x="464828" y="186831"/>
                </a:lnTo>
                <a:lnTo>
                  <a:pt x="486313" y="147745"/>
                </a:lnTo>
                <a:lnTo>
                  <a:pt x="513096" y="112002"/>
                </a:lnTo>
                <a:lnTo>
                  <a:pt x="544530" y="80178"/>
                </a:lnTo>
                <a:lnTo>
                  <a:pt x="579964" y="52849"/>
                </a:lnTo>
                <a:lnTo>
                  <a:pt x="618749" y="30591"/>
                </a:lnTo>
                <a:lnTo>
                  <a:pt x="660237" y="13980"/>
                </a:lnTo>
                <a:lnTo>
                  <a:pt x="703777" y="3591"/>
                </a:lnTo>
                <a:lnTo>
                  <a:pt x="748722" y="0"/>
                </a:lnTo>
                <a:lnTo>
                  <a:pt x="2296323" y="0"/>
                </a:lnTo>
                <a:lnTo>
                  <a:pt x="2341400" y="3576"/>
                </a:lnTo>
                <a:lnTo>
                  <a:pt x="2385177" y="13925"/>
                </a:lnTo>
                <a:lnTo>
                  <a:pt x="2426998" y="30478"/>
                </a:lnTo>
                <a:lnTo>
                  <a:pt x="2466209" y="52665"/>
                </a:lnTo>
                <a:lnTo>
                  <a:pt x="2502152" y="79916"/>
                </a:lnTo>
                <a:lnTo>
                  <a:pt x="2534174" y="111663"/>
                </a:lnTo>
                <a:lnTo>
                  <a:pt x="2561618" y="147335"/>
                </a:lnTo>
                <a:lnTo>
                  <a:pt x="2583829" y="186362"/>
                </a:lnTo>
                <a:lnTo>
                  <a:pt x="2600152" y="228176"/>
                </a:lnTo>
                <a:lnTo>
                  <a:pt x="2609930" y="272207"/>
                </a:lnTo>
                <a:lnTo>
                  <a:pt x="3116628" y="3887265"/>
                </a:lnTo>
                <a:lnTo>
                  <a:pt x="3119002" y="3936062"/>
                </a:lnTo>
                <a:lnTo>
                  <a:pt x="3112604" y="3982044"/>
                </a:lnTo>
                <a:lnTo>
                  <a:pt x="3098113" y="4024430"/>
                </a:lnTo>
                <a:lnTo>
                  <a:pt x="3076209" y="4062438"/>
                </a:lnTo>
                <a:lnTo>
                  <a:pt x="3047571" y="4095287"/>
                </a:lnTo>
                <a:lnTo>
                  <a:pt x="3012878" y="4122197"/>
                </a:lnTo>
                <a:lnTo>
                  <a:pt x="2972809" y="4142385"/>
                </a:lnTo>
                <a:lnTo>
                  <a:pt x="2928043" y="4155071"/>
                </a:lnTo>
                <a:lnTo>
                  <a:pt x="2879261" y="4159473"/>
                </a:lnTo>
                <a:close/>
              </a:path>
            </a:pathLst>
          </a:custGeom>
          <a:solidFill>
            <a:srgbClr val="EF32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114626" y="5310619"/>
            <a:ext cx="1877060" cy="3071495"/>
          </a:xfrm>
          <a:custGeom>
            <a:avLst/>
            <a:gdLst/>
            <a:ahLst/>
            <a:cxnLst/>
            <a:rect l="l" t="t" r="r" b="b"/>
            <a:pathLst>
              <a:path w="1877059" h="3071495">
                <a:moveTo>
                  <a:pt x="647915" y="1854720"/>
                </a:moveTo>
                <a:lnTo>
                  <a:pt x="644398" y="1806930"/>
                </a:lnTo>
                <a:lnTo>
                  <a:pt x="634187" y="1761324"/>
                </a:lnTo>
                <a:lnTo>
                  <a:pt x="617778" y="1718386"/>
                </a:lnTo>
                <a:lnTo>
                  <a:pt x="595693" y="1678622"/>
                </a:lnTo>
                <a:lnTo>
                  <a:pt x="568401" y="1642529"/>
                </a:lnTo>
                <a:lnTo>
                  <a:pt x="536435" y="1610614"/>
                </a:lnTo>
                <a:lnTo>
                  <a:pt x="500278" y="1583385"/>
                </a:lnTo>
                <a:lnTo>
                  <a:pt x="460425" y="1561338"/>
                </a:lnTo>
                <a:lnTo>
                  <a:pt x="417410" y="1544967"/>
                </a:lnTo>
                <a:lnTo>
                  <a:pt x="371703" y="1534769"/>
                </a:lnTo>
                <a:lnTo>
                  <a:pt x="323824" y="1531264"/>
                </a:lnTo>
                <a:lnTo>
                  <a:pt x="276009" y="1534769"/>
                </a:lnTo>
                <a:lnTo>
                  <a:pt x="230365" y="1544967"/>
                </a:lnTo>
                <a:lnTo>
                  <a:pt x="187375" y="1561338"/>
                </a:lnTo>
                <a:lnTo>
                  <a:pt x="147574" y="1583385"/>
                </a:lnTo>
                <a:lnTo>
                  <a:pt x="111442" y="1610614"/>
                </a:lnTo>
                <a:lnTo>
                  <a:pt x="79489" y="1642529"/>
                </a:lnTo>
                <a:lnTo>
                  <a:pt x="52209" y="1678622"/>
                </a:lnTo>
                <a:lnTo>
                  <a:pt x="30124" y="1718386"/>
                </a:lnTo>
                <a:lnTo>
                  <a:pt x="13728" y="1761324"/>
                </a:lnTo>
                <a:lnTo>
                  <a:pt x="3517" y="1806930"/>
                </a:lnTo>
                <a:lnTo>
                  <a:pt x="0" y="1854720"/>
                </a:lnTo>
                <a:lnTo>
                  <a:pt x="3517" y="1902510"/>
                </a:lnTo>
                <a:lnTo>
                  <a:pt x="13728" y="1948103"/>
                </a:lnTo>
                <a:lnTo>
                  <a:pt x="30124" y="1991017"/>
                </a:lnTo>
                <a:lnTo>
                  <a:pt x="52209" y="2030755"/>
                </a:lnTo>
                <a:lnTo>
                  <a:pt x="79489" y="2066810"/>
                </a:lnTo>
                <a:lnTo>
                  <a:pt x="111442" y="2098675"/>
                </a:lnTo>
                <a:lnTo>
                  <a:pt x="147574" y="2125878"/>
                </a:lnTo>
                <a:lnTo>
                  <a:pt x="187375" y="2147900"/>
                </a:lnTo>
                <a:lnTo>
                  <a:pt x="230365" y="2164245"/>
                </a:lnTo>
                <a:lnTo>
                  <a:pt x="276009" y="2174417"/>
                </a:lnTo>
                <a:lnTo>
                  <a:pt x="323824" y="2177923"/>
                </a:lnTo>
                <a:lnTo>
                  <a:pt x="371703" y="2174417"/>
                </a:lnTo>
                <a:lnTo>
                  <a:pt x="417410" y="2164245"/>
                </a:lnTo>
                <a:lnTo>
                  <a:pt x="460425" y="2147900"/>
                </a:lnTo>
                <a:lnTo>
                  <a:pt x="500278" y="2125878"/>
                </a:lnTo>
                <a:lnTo>
                  <a:pt x="536435" y="2098675"/>
                </a:lnTo>
                <a:lnTo>
                  <a:pt x="568401" y="2066810"/>
                </a:lnTo>
                <a:lnTo>
                  <a:pt x="595693" y="2030755"/>
                </a:lnTo>
                <a:lnTo>
                  <a:pt x="617778" y="1991017"/>
                </a:lnTo>
                <a:lnTo>
                  <a:pt x="634187" y="1948103"/>
                </a:lnTo>
                <a:lnTo>
                  <a:pt x="644398" y="1902510"/>
                </a:lnTo>
                <a:lnTo>
                  <a:pt x="647915" y="1854720"/>
                </a:lnTo>
                <a:close/>
              </a:path>
              <a:path w="1877059" h="3071495">
                <a:moveTo>
                  <a:pt x="1354772" y="323189"/>
                </a:moveTo>
                <a:lnTo>
                  <a:pt x="1351267" y="275412"/>
                </a:lnTo>
                <a:lnTo>
                  <a:pt x="1341069" y="229819"/>
                </a:lnTo>
                <a:lnTo>
                  <a:pt x="1324686" y="186905"/>
                </a:lnTo>
                <a:lnTo>
                  <a:pt x="1302626" y="147167"/>
                </a:lnTo>
                <a:lnTo>
                  <a:pt x="1275372" y="111112"/>
                </a:lnTo>
                <a:lnTo>
                  <a:pt x="1243444" y="79235"/>
                </a:lnTo>
                <a:lnTo>
                  <a:pt x="1207312" y="52044"/>
                </a:lnTo>
                <a:lnTo>
                  <a:pt x="1167511" y="30022"/>
                </a:lnTo>
                <a:lnTo>
                  <a:pt x="1124508" y="13677"/>
                </a:lnTo>
                <a:lnTo>
                  <a:pt x="1078826" y="3492"/>
                </a:lnTo>
                <a:lnTo>
                  <a:pt x="1030947" y="0"/>
                </a:lnTo>
                <a:lnTo>
                  <a:pt x="983068" y="3492"/>
                </a:lnTo>
                <a:lnTo>
                  <a:pt x="937361" y="13677"/>
                </a:lnTo>
                <a:lnTo>
                  <a:pt x="894346" y="30022"/>
                </a:lnTo>
                <a:lnTo>
                  <a:pt x="854494" y="52044"/>
                </a:lnTo>
                <a:lnTo>
                  <a:pt x="818337" y="79235"/>
                </a:lnTo>
                <a:lnTo>
                  <a:pt x="786371" y="111112"/>
                </a:lnTo>
                <a:lnTo>
                  <a:pt x="759079" y="147167"/>
                </a:lnTo>
                <a:lnTo>
                  <a:pt x="736993" y="186905"/>
                </a:lnTo>
                <a:lnTo>
                  <a:pt x="720585" y="229819"/>
                </a:lnTo>
                <a:lnTo>
                  <a:pt x="710374" y="275412"/>
                </a:lnTo>
                <a:lnTo>
                  <a:pt x="706856" y="323189"/>
                </a:lnTo>
                <a:lnTo>
                  <a:pt x="710374" y="370979"/>
                </a:lnTo>
                <a:lnTo>
                  <a:pt x="720585" y="416598"/>
                </a:lnTo>
                <a:lnTo>
                  <a:pt x="736993" y="459536"/>
                </a:lnTo>
                <a:lnTo>
                  <a:pt x="759079" y="499300"/>
                </a:lnTo>
                <a:lnTo>
                  <a:pt x="786371" y="535393"/>
                </a:lnTo>
                <a:lnTo>
                  <a:pt x="818337" y="567296"/>
                </a:lnTo>
                <a:lnTo>
                  <a:pt x="854494" y="594525"/>
                </a:lnTo>
                <a:lnTo>
                  <a:pt x="894346" y="616585"/>
                </a:lnTo>
                <a:lnTo>
                  <a:pt x="937361" y="632955"/>
                </a:lnTo>
                <a:lnTo>
                  <a:pt x="983068" y="643140"/>
                </a:lnTo>
                <a:lnTo>
                  <a:pt x="1030947" y="646658"/>
                </a:lnTo>
                <a:lnTo>
                  <a:pt x="1078826" y="643140"/>
                </a:lnTo>
                <a:lnTo>
                  <a:pt x="1124508" y="632955"/>
                </a:lnTo>
                <a:lnTo>
                  <a:pt x="1167511" y="616585"/>
                </a:lnTo>
                <a:lnTo>
                  <a:pt x="1207312" y="594525"/>
                </a:lnTo>
                <a:lnTo>
                  <a:pt x="1243444" y="567296"/>
                </a:lnTo>
                <a:lnTo>
                  <a:pt x="1275372" y="535393"/>
                </a:lnTo>
                <a:lnTo>
                  <a:pt x="1302626" y="499300"/>
                </a:lnTo>
                <a:lnTo>
                  <a:pt x="1324686" y="459536"/>
                </a:lnTo>
                <a:lnTo>
                  <a:pt x="1341069" y="416598"/>
                </a:lnTo>
                <a:lnTo>
                  <a:pt x="1351267" y="370979"/>
                </a:lnTo>
                <a:lnTo>
                  <a:pt x="1354772" y="323189"/>
                </a:lnTo>
                <a:close/>
              </a:path>
              <a:path w="1877059" h="3071495">
                <a:moveTo>
                  <a:pt x="1876666" y="2747962"/>
                </a:moveTo>
                <a:lnTo>
                  <a:pt x="1873148" y="2700236"/>
                </a:lnTo>
                <a:lnTo>
                  <a:pt x="1862937" y="2654681"/>
                </a:lnTo>
                <a:lnTo>
                  <a:pt x="1846541" y="2611780"/>
                </a:lnTo>
                <a:lnTo>
                  <a:pt x="1824443" y="2572054"/>
                </a:lnTo>
                <a:lnTo>
                  <a:pt x="1797151" y="2535986"/>
                </a:lnTo>
                <a:lnTo>
                  <a:pt x="1765185" y="2504097"/>
                </a:lnTo>
                <a:lnTo>
                  <a:pt x="1729028" y="2476881"/>
                </a:lnTo>
                <a:lnTo>
                  <a:pt x="1689188" y="2454833"/>
                </a:lnTo>
                <a:lnTo>
                  <a:pt x="1646161" y="2438463"/>
                </a:lnTo>
                <a:lnTo>
                  <a:pt x="1600454" y="2428278"/>
                </a:lnTo>
                <a:lnTo>
                  <a:pt x="1552575" y="2424760"/>
                </a:lnTo>
                <a:lnTo>
                  <a:pt x="1504696" y="2428278"/>
                </a:lnTo>
                <a:lnTo>
                  <a:pt x="1459001" y="2438463"/>
                </a:lnTo>
                <a:lnTo>
                  <a:pt x="1415973" y="2454833"/>
                </a:lnTo>
                <a:lnTo>
                  <a:pt x="1376133" y="2476881"/>
                </a:lnTo>
                <a:lnTo>
                  <a:pt x="1339977" y="2504097"/>
                </a:lnTo>
                <a:lnTo>
                  <a:pt x="1307998" y="2535986"/>
                </a:lnTo>
                <a:lnTo>
                  <a:pt x="1280718" y="2572054"/>
                </a:lnTo>
                <a:lnTo>
                  <a:pt x="1258620" y="2611780"/>
                </a:lnTo>
                <a:lnTo>
                  <a:pt x="1242212" y="2654681"/>
                </a:lnTo>
                <a:lnTo>
                  <a:pt x="1232001" y="2700236"/>
                </a:lnTo>
                <a:lnTo>
                  <a:pt x="1228496" y="2747962"/>
                </a:lnTo>
                <a:lnTo>
                  <a:pt x="1232001" y="2795752"/>
                </a:lnTo>
                <a:lnTo>
                  <a:pt x="1242212" y="2841371"/>
                </a:lnTo>
                <a:lnTo>
                  <a:pt x="1258620" y="2884309"/>
                </a:lnTo>
                <a:lnTo>
                  <a:pt x="1280718" y="2924073"/>
                </a:lnTo>
                <a:lnTo>
                  <a:pt x="1307998" y="2960154"/>
                </a:lnTo>
                <a:lnTo>
                  <a:pt x="1339977" y="2992069"/>
                </a:lnTo>
                <a:lnTo>
                  <a:pt x="1376133" y="3019298"/>
                </a:lnTo>
                <a:lnTo>
                  <a:pt x="1415973" y="3041358"/>
                </a:lnTo>
                <a:lnTo>
                  <a:pt x="1459001" y="3057728"/>
                </a:lnTo>
                <a:lnTo>
                  <a:pt x="1504696" y="3067913"/>
                </a:lnTo>
                <a:lnTo>
                  <a:pt x="1552575" y="3071418"/>
                </a:lnTo>
                <a:lnTo>
                  <a:pt x="1600454" y="3067913"/>
                </a:lnTo>
                <a:lnTo>
                  <a:pt x="1646161" y="3057728"/>
                </a:lnTo>
                <a:lnTo>
                  <a:pt x="1689188" y="3041358"/>
                </a:lnTo>
                <a:lnTo>
                  <a:pt x="1729028" y="3019298"/>
                </a:lnTo>
                <a:lnTo>
                  <a:pt x="1765185" y="2992069"/>
                </a:lnTo>
                <a:lnTo>
                  <a:pt x="1797151" y="2960154"/>
                </a:lnTo>
                <a:lnTo>
                  <a:pt x="1824443" y="2924073"/>
                </a:lnTo>
                <a:lnTo>
                  <a:pt x="1846541" y="2884309"/>
                </a:lnTo>
                <a:lnTo>
                  <a:pt x="1862937" y="2841371"/>
                </a:lnTo>
                <a:lnTo>
                  <a:pt x="1873148" y="2795752"/>
                </a:lnTo>
                <a:lnTo>
                  <a:pt x="1876666" y="27479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491466" y="3315318"/>
            <a:ext cx="1069340" cy="2420620"/>
          </a:xfrm>
          <a:custGeom>
            <a:avLst/>
            <a:gdLst/>
            <a:ahLst/>
            <a:cxnLst/>
            <a:rect l="l" t="t" r="r" b="b"/>
            <a:pathLst>
              <a:path w="1069340" h="2420620">
                <a:moveTo>
                  <a:pt x="654114" y="2420467"/>
                </a:moveTo>
                <a:lnTo>
                  <a:pt x="602042" y="2406184"/>
                </a:lnTo>
                <a:lnTo>
                  <a:pt x="563726" y="2365817"/>
                </a:lnTo>
                <a:lnTo>
                  <a:pt x="518527" y="2276234"/>
                </a:lnTo>
                <a:lnTo>
                  <a:pt x="461813" y="2158429"/>
                </a:lnTo>
                <a:lnTo>
                  <a:pt x="415472" y="2058094"/>
                </a:lnTo>
                <a:lnTo>
                  <a:pt x="364435" y="1943060"/>
                </a:lnTo>
                <a:lnTo>
                  <a:pt x="337725" y="1880764"/>
                </a:lnTo>
                <a:lnTo>
                  <a:pt x="310526" y="1815675"/>
                </a:lnTo>
                <a:lnTo>
                  <a:pt x="283064" y="1748084"/>
                </a:lnTo>
                <a:lnTo>
                  <a:pt x="255568" y="1678286"/>
                </a:lnTo>
                <a:lnTo>
                  <a:pt x="228267" y="1606574"/>
                </a:lnTo>
                <a:lnTo>
                  <a:pt x="201387" y="1533242"/>
                </a:lnTo>
                <a:lnTo>
                  <a:pt x="177511" y="1465356"/>
                </a:lnTo>
                <a:lnTo>
                  <a:pt x="155139" y="1398952"/>
                </a:lnTo>
                <a:lnTo>
                  <a:pt x="134270" y="1334034"/>
                </a:lnTo>
                <a:lnTo>
                  <a:pt x="114905" y="1270606"/>
                </a:lnTo>
                <a:lnTo>
                  <a:pt x="97045" y="1208671"/>
                </a:lnTo>
                <a:lnTo>
                  <a:pt x="80690" y="1148233"/>
                </a:lnTo>
                <a:lnTo>
                  <a:pt x="65840" y="1089295"/>
                </a:lnTo>
                <a:lnTo>
                  <a:pt x="52496" y="1031861"/>
                </a:lnTo>
                <a:lnTo>
                  <a:pt x="40658" y="975936"/>
                </a:lnTo>
                <a:lnTo>
                  <a:pt x="30327" y="921522"/>
                </a:lnTo>
                <a:lnTo>
                  <a:pt x="21503" y="868623"/>
                </a:lnTo>
                <a:lnTo>
                  <a:pt x="14186" y="817243"/>
                </a:lnTo>
                <a:lnTo>
                  <a:pt x="8377" y="767385"/>
                </a:lnTo>
                <a:lnTo>
                  <a:pt x="4076" y="719054"/>
                </a:lnTo>
                <a:lnTo>
                  <a:pt x="1283" y="672252"/>
                </a:lnTo>
                <a:lnTo>
                  <a:pt x="0" y="626984"/>
                </a:lnTo>
                <a:lnTo>
                  <a:pt x="225" y="583253"/>
                </a:lnTo>
                <a:lnTo>
                  <a:pt x="1961" y="541063"/>
                </a:lnTo>
                <a:lnTo>
                  <a:pt x="5207" y="500418"/>
                </a:lnTo>
                <a:lnTo>
                  <a:pt x="9963" y="461321"/>
                </a:lnTo>
                <a:lnTo>
                  <a:pt x="24009" y="387786"/>
                </a:lnTo>
                <a:lnTo>
                  <a:pt x="44101" y="320488"/>
                </a:lnTo>
                <a:lnTo>
                  <a:pt x="70244" y="259455"/>
                </a:lnTo>
                <a:lnTo>
                  <a:pt x="103502" y="203207"/>
                </a:lnTo>
                <a:lnTo>
                  <a:pt x="149920" y="146354"/>
                </a:lnTo>
                <a:lnTo>
                  <a:pt x="178979" y="118827"/>
                </a:lnTo>
                <a:lnTo>
                  <a:pt x="212310" y="92725"/>
                </a:lnTo>
                <a:lnTo>
                  <a:pt x="250192" y="68664"/>
                </a:lnTo>
                <a:lnTo>
                  <a:pt x="292903" y="47263"/>
                </a:lnTo>
                <a:lnTo>
                  <a:pt x="340722" y="29140"/>
                </a:lnTo>
                <a:lnTo>
                  <a:pt x="393928" y="14912"/>
                </a:lnTo>
                <a:lnTo>
                  <a:pt x="452799" y="5197"/>
                </a:lnTo>
                <a:lnTo>
                  <a:pt x="517615" y="614"/>
                </a:lnTo>
                <a:lnTo>
                  <a:pt x="547860" y="0"/>
                </a:lnTo>
                <a:lnTo>
                  <a:pt x="583579" y="526"/>
                </a:lnTo>
                <a:lnTo>
                  <a:pt x="623722" y="3502"/>
                </a:lnTo>
                <a:lnTo>
                  <a:pt x="667242" y="10236"/>
                </a:lnTo>
                <a:lnTo>
                  <a:pt x="713092" y="22036"/>
                </a:lnTo>
                <a:lnTo>
                  <a:pt x="760221" y="40209"/>
                </a:lnTo>
                <a:lnTo>
                  <a:pt x="807584" y="66065"/>
                </a:lnTo>
                <a:lnTo>
                  <a:pt x="854132" y="100910"/>
                </a:lnTo>
                <a:lnTo>
                  <a:pt x="898816" y="146053"/>
                </a:lnTo>
                <a:lnTo>
                  <a:pt x="932633" y="190915"/>
                </a:lnTo>
                <a:lnTo>
                  <a:pt x="962698" y="241910"/>
                </a:lnTo>
                <a:lnTo>
                  <a:pt x="989013" y="299075"/>
                </a:lnTo>
                <a:lnTo>
                  <a:pt x="1011580" y="362446"/>
                </a:lnTo>
                <a:lnTo>
                  <a:pt x="1030400" y="432061"/>
                </a:lnTo>
                <a:lnTo>
                  <a:pt x="1045475" y="507956"/>
                </a:lnTo>
                <a:lnTo>
                  <a:pt x="1051608" y="548270"/>
                </a:lnTo>
                <a:lnTo>
                  <a:pt x="1056806" y="590168"/>
                </a:lnTo>
                <a:lnTo>
                  <a:pt x="1061069" y="633654"/>
                </a:lnTo>
                <a:lnTo>
                  <a:pt x="1064396" y="678734"/>
                </a:lnTo>
                <a:lnTo>
                  <a:pt x="1066788" y="725411"/>
                </a:lnTo>
                <a:lnTo>
                  <a:pt x="1068245" y="773690"/>
                </a:lnTo>
                <a:lnTo>
                  <a:pt x="1068767" y="823575"/>
                </a:lnTo>
                <a:lnTo>
                  <a:pt x="1068355" y="875073"/>
                </a:lnTo>
                <a:lnTo>
                  <a:pt x="1067009" y="928186"/>
                </a:lnTo>
                <a:lnTo>
                  <a:pt x="1064728" y="982919"/>
                </a:lnTo>
                <a:lnTo>
                  <a:pt x="1061514" y="1039278"/>
                </a:lnTo>
                <a:lnTo>
                  <a:pt x="1057366" y="1097267"/>
                </a:lnTo>
                <a:lnTo>
                  <a:pt x="1052284" y="1156889"/>
                </a:lnTo>
                <a:lnTo>
                  <a:pt x="1046270" y="1218151"/>
                </a:lnTo>
                <a:lnTo>
                  <a:pt x="1039322" y="1281056"/>
                </a:lnTo>
                <a:lnTo>
                  <a:pt x="1031441" y="1345610"/>
                </a:lnTo>
                <a:lnTo>
                  <a:pt x="1022628" y="1411816"/>
                </a:lnTo>
                <a:lnTo>
                  <a:pt x="1012882" y="1479679"/>
                </a:lnTo>
                <a:lnTo>
                  <a:pt x="1002203" y="1549204"/>
                </a:lnTo>
                <a:lnTo>
                  <a:pt x="990593" y="1620395"/>
                </a:lnTo>
                <a:lnTo>
                  <a:pt x="978051" y="1693258"/>
                </a:lnTo>
                <a:lnTo>
                  <a:pt x="964577" y="1767796"/>
                </a:lnTo>
                <a:lnTo>
                  <a:pt x="758387" y="1767796"/>
                </a:lnTo>
                <a:lnTo>
                  <a:pt x="777518" y="1654840"/>
                </a:lnTo>
                <a:lnTo>
                  <a:pt x="793292" y="1562443"/>
                </a:lnTo>
                <a:lnTo>
                  <a:pt x="807338" y="1474044"/>
                </a:lnTo>
                <a:lnTo>
                  <a:pt x="819714" y="1389556"/>
                </a:lnTo>
                <a:lnTo>
                  <a:pt x="830477" y="1308891"/>
                </a:lnTo>
                <a:lnTo>
                  <a:pt x="839685" y="1231961"/>
                </a:lnTo>
                <a:lnTo>
                  <a:pt x="847396" y="1158678"/>
                </a:lnTo>
                <a:lnTo>
                  <a:pt x="853667" y="1088956"/>
                </a:lnTo>
                <a:lnTo>
                  <a:pt x="858555" y="1022705"/>
                </a:lnTo>
                <a:lnTo>
                  <a:pt x="862118" y="959840"/>
                </a:lnTo>
                <a:lnTo>
                  <a:pt x="864413" y="900271"/>
                </a:lnTo>
                <a:lnTo>
                  <a:pt x="865499" y="843912"/>
                </a:lnTo>
                <a:lnTo>
                  <a:pt x="865432" y="790675"/>
                </a:lnTo>
                <a:lnTo>
                  <a:pt x="864271" y="740472"/>
                </a:lnTo>
                <a:lnTo>
                  <a:pt x="862072" y="693215"/>
                </a:lnTo>
                <a:lnTo>
                  <a:pt x="858893" y="648817"/>
                </a:lnTo>
                <a:lnTo>
                  <a:pt x="854792" y="607191"/>
                </a:lnTo>
                <a:lnTo>
                  <a:pt x="849826" y="568248"/>
                </a:lnTo>
                <a:lnTo>
                  <a:pt x="837529" y="498063"/>
                </a:lnTo>
                <a:lnTo>
                  <a:pt x="822464" y="437562"/>
                </a:lnTo>
                <a:lnTo>
                  <a:pt x="805090" y="386042"/>
                </a:lnTo>
                <a:lnTo>
                  <a:pt x="785867" y="342804"/>
                </a:lnTo>
                <a:lnTo>
                  <a:pt x="765255" y="307145"/>
                </a:lnTo>
                <a:lnTo>
                  <a:pt x="704978" y="242628"/>
                </a:lnTo>
                <a:lnTo>
                  <a:pt x="663386" y="220332"/>
                </a:lnTo>
                <a:lnTo>
                  <a:pt x="619103" y="208480"/>
                </a:lnTo>
                <a:lnTo>
                  <a:pt x="572292" y="204070"/>
                </a:lnTo>
                <a:lnTo>
                  <a:pt x="523116" y="204104"/>
                </a:lnTo>
                <a:lnTo>
                  <a:pt x="447438" y="211661"/>
                </a:lnTo>
                <a:lnTo>
                  <a:pt x="387442" y="228044"/>
                </a:lnTo>
                <a:lnTo>
                  <a:pt x="340997" y="250877"/>
                </a:lnTo>
                <a:lnTo>
                  <a:pt x="305971" y="277785"/>
                </a:lnTo>
                <a:lnTo>
                  <a:pt x="280232" y="306392"/>
                </a:lnTo>
                <a:lnTo>
                  <a:pt x="248739" y="358743"/>
                </a:lnTo>
                <a:lnTo>
                  <a:pt x="227807" y="414170"/>
                </a:lnTo>
                <a:lnTo>
                  <a:pt x="213356" y="478167"/>
                </a:lnTo>
                <a:lnTo>
                  <a:pt x="205355" y="550478"/>
                </a:lnTo>
                <a:lnTo>
                  <a:pt x="203765" y="589671"/>
                </a:lnTo>
                <a:lnTo>
                  <a:pt x="203775" y="630846"/>
                </a:lnTo>
                <a:lnTo>
                  <a:pt x="205382" y="673970"/>
                </a:lnTo>
                <a:lnTo>
                  <a:pt x="208583" y="719013"/>
                </a:lnTo>
                <a:lnTo>
                  <a:pt x="213373" y="765941"/>
                </a:lnTo>
                <a:lnTo>
                  <a:pt x="219749" y="814723"/>
                </a:lnTo>
                <a:lnTo>
                  <a:pt x="227707" y="865326"/>
                </a:lnTo>
                <a:lnTo>
                  <a:pt x="237243" y="917718"/>
                </a:lnTo>
                <a:lnTo>
                  <a:pt x="248352" y="971868"/>
                </a:lnTo>
                <a:lnTo>
                  <a:pt x="261032" y="1027743"/>
                </a:lnTo>
                <a:lnTo>
                  <a:pt x="275278" y="1085311"/>
                </a:lnTo>
                <a:lnTo>
                  <a:pt x="291086" y="1144539"/>
                </a:lnTo>
                <a:lnTo>
                  <a:pt x="308453" y="1205397"/>
                </a:lnTo>
                <a:lnTo>
                  <a:pt x="327375" y="1267851"/>
                </a:lnTo>
                <a:lnTo>
                  <a:pt x="347847" y="1331869"/>
                </a:lnTo>
                <a:lnTo>
                  <a:pt x="369867" y="1397420"/>
                </a:lnTo>
                <a:lnTo>
                  <a:pt x="393429" y="1464471"/>
                </a:lnTo>
                <a:lnTo>
                  <a:pt x="421074" y="1539885"/>
                </a:lnTo>
                <a:lnTo>
                  <a:pt x="449261" y="1613689"/>
                </a:lnTo>
                <a:lnTo>
                  <a:pt x="477709" y="1685506"/>
                </a:lnTo>
                <a:lnTo>
                  <a:pt x="506133" y="1754960"/>
                </a:lnTo>
                <a:lnTo>
                  <a:pt x="534249" y="1821673"/>
                </a:lnTo>
                <a:lnTo>
                  <a:pt x="561775" y="1885268"/>
                </a:lnTo>
                <a:lnTo>
                  <a:pt x="588427" y="1945368"/>
                </a:lnTo>
                <a:lnTo>
                  <a:pt x="613921" y="2001595"/>
                </a:lnTo>
                <a:lnTo>
                  <a:pt x="660303" y="2100924"/>
                </a:lnTo>
                <a:lnTo>
                  <a:pt x="698652" y="2180239"/>
                </a:lnTo>
                <a:lnTo>
                  <a:pt x="744502" y="2271158"/>
                </a:lnTo>
                <a:lnTo>
                  <a:pt x="755841" y="2310042"/>
                </a:lnTo>
                <a:lnTo>
                  <a:pt x="751510" y="2348853"/>
                </a:lnTo>
                <a:lnTo>
                  <a:pt x="732933" y="2383201"/>
                </a:lnTo>
                <a:lnTo>
                  <a:pt x="701535" y="2408701"/>
                </a:lnTo>
                <a:lnTo>
                  <a:pt x="666129" y="2419732"/>
                </a:lnTo>
                <a:lnTo>
                  <a:pt x="654114" y="2420467"/>
                </a:lnTo>
                <a:close/>
              </a:path>
            </a:pathLst>
          </a:custGeom>
          <a:solidFill>
            <a:srgbClr val="1315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307480" y="6596111"/>
            <a:ext cx="1540510" cy="2070100"/>
          </a:xfrm>
          <a:custGeom>
            <a:avLst/>
            <a:gdLst/>
            <a:ahLst/>
            <a:cxnLst/>
            <a:rect l="l" t="t" r="r" b="b"/>
            <a:pathLst>
              <a:path w="1540509" h="2070100">
                <a:moveTo>
                  <a:pt x="212686" y="2069571"/>
                </a:moveTo>
                <a:lnTo>
                  <a:pt x="171344" y="2064382"/>
                </a:lnTo>
                <a:lnTo>
                  <a:pt x="129928" y="2044534"/>
                </a:lnTo>
                <a:lnTo>
                  <a:pt x="57880" y="1995113"/>
                </a:lnTo>
                <a:lnTo>
                  <a:pt x="24373" y="1963746"/>
                </a:lnTo>
                <a:lnTo>
                  <a:pt x="4597" y="1927159"/>
                </a:lnTo>
                <a:lnTo>
                  <a:pt x="0" y="1889836"/>
                </a:lnTo>
                <a:lnTo>
                  <a:pt x="12031" y="1856263"/>
                </a:lnTo>
                <a:lnTo>
                  <a:pt x="1263840" y="32391"/>
                </a:lnTo>
                <a:lnTo>
                  <a:pt x="1290961" y="9147"/>
                </a:lnTo>
                <a:lnTo>
                  <a:pt x="1327538" y="0"/>
                </a:lnTo>
                <a:lnTo>
                  <a:pt x="1368880" y="5217"/>
                </a:lnTo>
                <a:lnTo>
                  <a:pt x="1410295" y="25070"/>
                </a:lnTo>
                <a:lnTo>
                  <a:pt x="1482344" y="74229"/>
                </a:lnTo>
                <a:lnTo>
                  <a:pt x="1515850" y="105599"/>
                </a:lnTo>
                <a:lnTo>
                  <a:pt x="1535627" y="142216"/>
                </a:lnTo>
                <a:lnTo>
                  <a:pt x="1540224" y="179617"/>
                </a:lnTo>
                <a:lnTo>
                  <a:pt x="1528193" y="213340"/>
                </a:lnTo>
                <a:lnTo>
                  <a:pt x="276383" y="2036951"/>
                </a:lnTo>
                <a:lnTo>
                  <a:pt x="249263" y="2060346"/>
                </a:lnTo>
                <a:lnTo>
                  <a:pt x="212686" y="20695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10/6/2020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10/6/2020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74511" y="1521348"/>
            <a:ext cx="7938976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chemeClr val="tx1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79501" y="2804935"/>
            <a:ext cx="14528997" cy="354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10/6/2020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266632"/>
            <a:ext cx="6324600" cy="2284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895"/>
              </a:lnSpc>
              <a:spcBef>
                <a:spcPts val="100"/>
              </a:spcBef>
            </a:pPr>
            <a:r>
              <a:rPr sz="8000" b="1" spc="-540" dirty="0">
                <a:solidFill>
                  <a:srgbClr val="242625"/>
                </a:solidFill>
                <a:latin typeface="Verdana"/>
                <a:cs typeface="Verdana"/>
              </a:rPr>
              <a:t>Google</a:t>
            </a:r>
            <a:endParaRPr sz="8000">
              <a:latin typeface="Verdana"/>
              <a:cs typeface="Verdana"/>
            </a:endParaRPr>
          </a:p>
          <a:p>
            <a:pPr marL="12700">
              <a:lnSpc>
                <a:spcPts val="8895"/>
              </a:lnSpc>
            </a:pPr>
            <a:r>
              <a:rPr sz="8000" b="1" spc="-360" dirty="0">
                <a:solidFill>
                  <a:srgbClr val="242625"/>
                </a:solidFill>
                <a:latin typeface="Verdana"/>
                <a:cs typeface="Verdana"/>
              </a:rPr>
              <a:t>My</a:t>
            </a:r>
            <a:r>
              <a:rPr sz="8000" b="1" spc="-955" dirty="0">
                <a:solidFill>
                  <a:srgbClr val="242625"/>
                </a:solidFill>
                <a:latin typeface="Verdana"/>
                <a:cs typeface="Verdana"/>
              </a:rPr>
              <a:t> </a:t>
            </a:r>
            <a:r>
              <a:rPr sz="8000" b="1" spc="-520" dirty="0">
                <a:solidFill>
                  <a:srgbClr val="242625"/>
                </a:solidFill>
                <a:latin typeface="Verdana"/>
                <a:cs typeface="Verdana"/>
              </a:rPr>
              <a:t>Business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3857379"/>
            <a:ext cx="7518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0">
                <a:solidFill>
                  <a:srgbClr val="242625"/>
                </a:solidFill>
                <a:latin typeface="Arial"/>
                <a:cs typeface="Arial"/>
              </a:rPr>
              <a:t>FREE </a:t>
            </a:r>
            <a:r>
              <a:rPr lang="en-US" sz="3200" spc="-200" dirty="0" smtClean="0">
                <a:solidFill>
                  <a:srgbClr val="242625"/>
                </a:solidFill>
                <a:latin typeface="Arial"/>
                <a:cs typeface="Arial"/>
              </a:rPr>
              <a:t> </a:t>
            </a:r>
            <a:r>
              <a:rPr sz="3200" spc="-15" smtClean="0">
                <a:solidFill>
                  <a:srgbClr val="242625"/>
                </a:solidFill>
                <a:latin typeface="Arial"/>
                <a:cs typeface="Arial"/>
              </a:rPr>
              <a:t>LISTING </a:t>
            </a:r>
            <a:r>
              <a:rPr sz="3200" spc="20" dirty="0">
                <a:solidFill>
                  <a:srgbClr val="242625"/>
                </a:solidFill>
                <a:latin typeface="Arial"/>
                <a:cs typeface="Arial"/>
              </a:rPr>
              <a:t>IN </a:t>
            </a:r>
            <a:r>
              <a:rPr sz="3200" spc="-85" dirty="0">
                <a:solidFill>
                  <a:srgbClr val="242625"/>
                </a:solidFill>
                <a:latin typeface="Arial"/>
                <a:cs typeface="Arial"/>
              </a:rPr>
              <a:t>SEARCH</a:t>
            </a:r>
            <a:r>
              <a:rPr sz="3200" spc="160" dirty="0">
                <a:solidFill>
                  <a:srgbClr val="242625"/>
                </a:solidFill>
                <a:latin typeface="Arial"/>
                <a:cs typeface="Arial"/>
              </a:rPr>
              <a:t> </a:t>
            </a:r>
            <a:r>
              <a:rPr sz="3200" spc="-75" dirty="0">
                <a:solidFill>
                  <a:srgbClr val="242625"/>
                </a:solidFill>
                <a:latin typeface="Arial"/>
                <a:cs typeface="Arial"/>
              </a:rPr>
              <a:t>ENGINE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720650"/>
            <a:ext cx="18288000" cy="566420"/>
          </a:xfrm>
          <a:custGeom>
            <a:avLst/>
            <a:gdLst/>
            <a:ahLst/>
            <a:cxnLst/>
            <a:rect l="l" t="t" r="r" b="b"/>
            <a:pathLst>
              <a:path w="18288000" h="566420">
                <a:moveTo>
                  <a:pt x="0" y="566348"/>
                </a:moveTo>
                <a:lnTo>
                  <a:pt x="0" y="0"/>
                </a:lnTo>
                <a:lnTo>
                  <a:pt x="18288000" y="0"/>
                </a:lnTo>
                <a:lnTo>
                  <a:pt x="18288000" y="566348"/>
                </a:lnTo>
                <a:lnTo>
                  <a:pt x="0" y="566348"/>
                </a:lnTo>
                <a:close/>
              </a:path>
            </a:pathLst>
          </a:custGeom>
          <a:solidFill>
            <a:srgbClr val="2ED47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367391"/>
            <a:ext cx="534416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675" dirty="0">
                <a:solidFill>
                  <a:srgbClr val="242625"/>
                </a:solidFill>
                <a:latin typeface="Verdana"/>
                <a:cs typeface="Verdana"/>
              </a:rPr>
              <a:t>What </a:t>
            </a:r>
            <a:r>
              <a:rPr sz="8000" spc="-550" dirty="0">
                <a:solidFill>
                  <a:srgbClr val="242625"/>
                </a:solidFill>
                <a:latin typeface="Verdana"/>
                <a:cs typeface="Verdana"/>
              </a:rPr>
              <a:t>it</a:t>
            </a:r>
            <a:r>
              <a:rPr sz="8000" spc="-1180" dirty="0">
                <a:solidFill>
                  <a:srgbClr val="242625"/>
                </a:solidFill>
                <a:latin typeface="Verdana"/>
                <a:cs typeface="Verdana"/>
              </a:rPr>
              <a:t> </a:t>
            </a:r>
            <a:r>
              <a:rPr sz="8000" spc="-520" dirty="0">
                <a:solidFill>
                  <a:srgbClr val="242625"/>
                </a:solidFill>
                <a:latin typeface="Verdana"/>
                <a:cs typeface="Verdana"/>
              </a:rPr>
              <a:t>is!!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80498" y="8491195"/>
            <a:ext cx="958215" cy="958215"/>
          </a:xfrm>
          <a:custGeom>
            <a:avLst/>
            <a:gdLst/>
            <a:ahLst/>
            <a:cxnLst/>
            <a:rect l="l" t="t" r="r" b="b"/>
            <a:pathLst>
              <a:path w="958215" h="958215">
                <a:moveTo>
                  <a:pt x="478801" y="957603"/>
                </a:moveTo>
                <a:lnTo>
                  <a:pt x="431871" y="955297"/>
                </a:lnTo>
                <a:lnTo>
                  <a:pt x="385391" y="948403"/>
                </a:lnTo>
                <a:lnTo>
                  <a:pt x="339813" y="936986"/>
                </a:lnTo>
                <a:lnTo>
                  <a:pt x="295572" y="921157"/>
                </a:lnTo>
                <a:lnTo>
                  <a:pt x="253096" y="901066"/>
                </a:lnTo>
                <a:lnTo>
                  <a:pt x="212792" y="876910"/>
                </a:lnTo>
                <a:lnTo>
                  <a:pt x="175053" y="848921"/>
                </a:lnTo>
                <a:lnTo>
                  <a:pt x="140237" y="817366"/>
                </a:lnTo>
                <a:lnTo>
                  <a:pt x="108683" y="782550"/>
                </a:lnTo>
                <a:lnTo>
                  <a:pt x="80692" y="744810"/>
                </a:lnTo>
                <a:lnTo>
                  <a:pt x="56536" y="704507"/>
                </a:lnTo>
                <a:lnTo>
                  <a:pt x="36446" y="662031"/>
                </a:lnTo>
                <a:lnTo>
                  <a:pt x="20617" y="617790"/>
                </a:lnTo>
                <a:lnTo>
                  <a:pt x="9200" y="572212"/>
                </a:lnTo>
                <a:lnTo>
                  <a:pt x="2305" y="525732"/>
                </a:lnTo>
                <a:lnTo>
                  <a:pt x="0" y="478801"/>
                </a:lnTo>
                <a:lnTo>
                  <a:pt x="144" y="467047"/>
                </a:lnTo>
                <a:lnTo>
                  <a:pt x="3601" y="420187"/>
                </a:lnTo>
                <a:lnTo>
                  <a:pt x="11634" y="373892"/>
                </a:lnTo>
                <a:lnTo>
                  <a:pt x="24166" y="328607"/>
                </a:lnTo>
                <a:lnTo>
                  <a:pt x="41077" y="284768"/>
                </a:lnTo>
                <a:lnTo>
                  <a:pt x="62204" y="242798"/>
                </a:lnTo>
                <a:lnTo>
                  <a:pt x="87342" y="203100"/>
                </a:lnTo>
                <a:lnTo>
                  <a:pt x="116251" y="166058"/>
                </a:lnTo>
                <a:lnTo>
                  <a:pt x="148651" y="132028"/>
                </a:lnTo>
                <a:lnTo>
                  <a:pt x="184230" y="101337"/>
                </a:lnTo>
                <a:lnTo>
                  <a:pt x="222646" y="74282"/>
                </a:lnTo>
                <a:lnTo>
                  <a:pt x="263530" y="51122"/>
                </a:lnTo>
                <a:lnTo>
                  <a:pt x="306486" y="32081"/>
                </a:lnTo>
                <a:lnTo>
                  <a:pt x="351102" y="17342"/>
                </a:lnTo>
                <a:lnTo>
                  <a:pt x="396948" y="7048"/>
                </a:lnTo>
                <a:lnTo>
                  <a:pt x="443582" y="1296"/>
                </a:lnTo>
                <a:lnTo>
                  <a:pt x="478801" y="0"/>
                </a:lnTo>
                <a:lnTo>
                  <a:pt x="490556" y="144"/>
                </a:lnTo>
                <a:lnTo>
                  <a:pt x="537415" y="3601"/>
                </a:lnTo>
                <a:lnTo>
                  <a:pt x="583711" y="11634"/>
                </a:lnTo>
                <a:lnTo>
                  <a:pt x="628996" y="24166"/>
                </a:lnTo>
                <a:lnTo>
                  <a:pt x="672835" y="41077"/>
                </a:lnTo>
                <a:lnTo>
                  <a:pt x="714805" y="62204"/>
                </a:lnTo>
                <a:lnTo>
                  <a:pt x="754502" y="87342"/>
                </a:lnTo>
                <a:lnTo>
                  <a:pt x="791545" y="116251"/>
                </a:lnTo>
                <a:lnTo>
                  <a:pt x="825575" y="148651"/>
                </a:lnTo>
                <a:lnTo>
                  <a:pt x="856266" y="184230"/>
                </a:lnTo>
                <a:lnTo>
                  <a:pt x="883321" y="222646"/>
                </a:lnTo>
                <a:lnTo>
                  <a:pt x="906480" y="263530"/>
                </a:lnTo>
                <a:lnTo>
                  <a:pt x="925521" y="306486"/>
                </a:lnTo>
                <a:lnTo>
                  <a:pt x="940260" y="351102"/>
                </a:lnTo>
                <a:lnTo>
                  <a:pt x="950555" y="396948"/>
                </a:lnTo>
                <a:lnTo>
                  <a:pt x="956307" y="443582"/>
                </a:lnTo>
                <a:lnTo>
                  <a:pt x="957603" y="478801"/>
                </a:lnTo>
                <a:lnTo>
                  <a:pt x="957459" y="490556"/>
                </a:lnTo>
                <a:lnTo>
                  <a:pt x="954003" y="537415"/>
                </a:lnTo>
                <a:lnTo>
                  <a:pt x="945969" y="583711"/>
                </a:lnTo>
                <a:lnTo>
                  <a:pt x="933436" y="628996"/>
                </a:lnTo>
                <a:lnTo>
                  <a:pt x="916525" y="672835"/>
                </a:lnTo>
                <a:lnTo>
                  <a:pt x="895399" y="714805"/>
                </a:lnTo>
                <a:lnTo>
                  <a:pt x="870260" y="754502"/>
                </a:lnTo>
                <a:lnTo>
                  <a:pt x="841352" y="791545"/>
                </a:lnTo>
                <a:lnTo>
                  <a:pt x="808953" y="825575"/>
                </a:lnTo>
                <a:lnTo>
                  <a:pt x="773372" y="856266"/>
                </a:lnTo>
                <a:lnTo>
                  <a:pt x="734957" y="883321"/>
                </a:lnTo>
                <a:lnTo>
                  <a:pt x="694073" y="906480"/>
                </a:lnTo>
                <a:lnTo>
                  <a:pt x="651116" y="925521"/>
                </a:lnTo>
                <a:lnTo>
                  <a:pt x="606501" y="940260"/>
                </a:lnTo>
                <a:lnTo>
                  <a:pt x="560655" y="950555"/>
                </a:lnTo>
                <a:lnTo>
                  <a:pt x="514021" y="956307"/>
                </a:lnTo>
                <a:lnTo>
                  <a:pt x="478801" y="957603"/>
                </a:lnTo>
                <a:close/>
              </a:path>
            </a:pathLst>
          </a:custGeom>
          <a:solidFill>
            <a:srgbClr val="242625">
              <a:alpha val="47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062298" y="1028772"/>
            <a:ext cx="8239759" cy="9258300"/>
            <a:chOff x="8062298" y="1028772"/>
            <a:chExt cx="8239759" cy="9258300"/>
          </a:xfrm>
        </p:grpSpPr>
        <p:sp>
          <p:nvSpPr>
            <p:cNvPr id="5" name="object 5"/>
            <p:cNvSpPr/>
            <p:nvPr/>
          </p:nvSpPr>
          <p:spPr>
            <a:xfrm>
              <a:off x="9319944" y="7337631"/>
              <a:ext cx="6208395" cy="2949575"/>
            </a:xfrm>
            <a:custGeom>
              <a:avLst/>
              <a:gdLst/>
              <a:ahLst/>
              <a:cxnLst/>
              <a:rect l="l" t="t" r="r" b="b"/>
              <a:pathLst>
                <a:path w="6208394" h="2949575">
                  <a:moveTo>
                    <a:pt x="6208167" y="2949367"/>
                  </a:moveTo>
                  <a:lnTo>
                    <a:pt x="0" y="2949367"/>
                  </a:lnTo>
                  <a:lnTo>
                    <a:pt x="1757" y="2917577"/>
                  </a:lnTo>
                  <a:lnTo>
                    <a:pt x="4329" y="2879523"/>
                  </a:lnTo>
                  <a:lnTo>
                    <a:pt x="7368" y="2841504"/>
                  </a:lnTo>
                  <a:lnTo>
                    <a:pt x="10874" y="2803524"/>
                  </a:lnTo>
                  <a:lnTo>
                    <a:pt x="14846" y="2765584"/>
                  </a:lnTo>
                  <a:lnTo>
                    <a:pt x="19282" y="2727703"/>
                  </a:lnTo>
                  <a:lnTo>
                    <a:pt x="24183" y="2689878"/>
                  </a:lnTo>
                  <a:lnTo>
                    <a:pt x="29549" y="2652106"/>
                  </a:lnTo>
                  <a:lnTo>
                    <a:pt x="35377" y="2614409"/>
                  </a:lnTo>
                  <a:lnTo>
                    <a:pt x="41667" y="2576792"/>
                  </a:lnTo>
                  <a:lnTo>
                    <a:pt x="48418" y="2539253"/>
                  </a:lnTo>
                  <a:lnTo>
                    <a:pt x="55630" y="2501794"/>
                  </a:lnTo>
                  <a:lnTo>
                    <a:pt x="63301" y="2464434"/>
                  </a:lnTo>
                  <a:lnTo>
                    <a:pt x="71429" y="2427172"/>
                  </a:lnTo>
                  <a:lnTo>
                    <a:pt x="80014" y="2390010"/>
                  </a:lnTo>
                  <a:lnTo>
                    <a:pt x="89056" y="2352950"/>
                  </a:lnTo>
                  <a:lnTo>
                    <a:pt x="98551" y="2316004"/>
                  </a:lnTo>
                  <a:lnTo>
                    <a:pt x="108498" y="2279184"/>
                  </a:lnTo>
                  <a:lnTo>
                    <a:pt x="118895" y="2242490"/>
                  </a:lnTo>
                  <a:lnTo>
                    <a:pt x="129744" y="2205921"/>
                  </a:lnTo>
                  <a:lnTo>
                    <a:pt x="141041" y="2169488"/>
                  </a:lnTo>
                  <a:lnTo>
                    <a:pt x="152783" y="2133201"/>
                  </a:lnTo>
                  <a:lnTo>
                    <a:pt x="164968" y="2097060"/>
                  </a:lnTo>
                  <a:lnTo>
                    <a:pt x="177599" y="2061068"/>
                  </a:lnTo>
                  <a:lnTo>
                    <a:pt x="190670" y="2025226"/>
                  </a:lnTo>
                  <a:lnTo>
                    <a:pt x="204177" y="1989556"/>
                  </a:lnTo>
                  <a:lnTo>
                    <a:pt x="218122" y="1954057"/>
                  </a:lnTo>
                  <a:lnTo>
                    <a:pt x="232503" y="1918726"/>
                  </a:lnTo>
                  <a:lnTo>
                    <a:pt x="247317" y="1883574"/>
                  </a:lnTo>
                  <a:lnTo>
                    <a:pt x="262559" y="1848613"/>
                  </a:lnTo>
                  <a:lnTo>
                    <a:pt x="278228" y="1813841"/>
                  </a:lnTo>
                  <a:lnTo>
                    <a:pt x="294326" y="1779256"/>
                  </a:lnTo>
                  <a:lnTo>
                    <a:pt x="310846" y="1744877"/>
                  </a:lnTo>
                  <a:lnTo>
                    <a:pt x="327785" y="1710705"/>
                  </a:lnTo>
                  <a:lnTo>
                    <a:pt x="345142" y="1676743"/>
                  </a:lnTo>
                  <a:lnTo>
                    <a:pt x="362917" y="1642993"/>
                  </a:lnTo>
                  <a:lnTo>
                    <a:pt x="381105" y="1609459"/>
                  </a:lnTo>
                  <a:lnTo>
                    <a:pt x="399700" y="1576160"/>
                  </a:lnTo>
                  <a:lnTo>
                    <a:pt x="418702" y="1543091"/>
                  </a:lnTo>
                  <a:lnTo>
                    <a:pt x="438111" y="1510249"/>
                  </a:lnTo>
                  <a:lnTo>
                    <a:pt x="457923" y="1477653"/>
                  </a:lnTo>
                  <a:lnTo>
                    <a:pt x="478130" y="1445306"/>
                  </a:lnTo>
                  <a:lnTo>
                    <a:pt x="498732" y="1413207"/>
                  </a:lnTo>
                  <a:lnTo>
                    <a:pt x="519730" y="1381360"/>
                  </a:lnTo>
                  <a:lnTo>
                    <a:pt x="541116" y="1349778"/>
                  </a:lnTo>
                  <a:lnTo>
                    <a:pt x="562886" y="1318461"/>
                  </a:lnTo>
                  <a:lnTo>
                    <a:pt x="585038" y="1287412"/>
                  </a:lnTo>
                  <a:lnTo>
                    <a:pt x="607573" y="1256635"/>
                  </a:lnTo>
                  <a:lnTo>
                    <a:pt x="630484" y="1226137"/>
                  </a:lnTo>
                  <a:lnTo>
                    <a:pt x="653764" y="1195927"/>
                  </a:lnTo>
                  <a:lnTo>
                    <a:pt x="677413" y="1166004"/>
                  </a:lnTo>
                  <a:lnTo>
                    <a:pt x="701431" y="1136369"/>
                  </a:lnTo>
                  <a:lnTo>
                    <a:pt x="725811" y="1107031"/>
                  </a:lnTo>
                  <a:lnTo>
                    <a:pt x="750545" y="1077999"/>
                  </a:lnTo>
                  <a:lnTo>
                    <a:pt x="775634" y="1049272"/>
                  </a:lnTo>
                  <a:lnTo>
                    <a:pt x="801077" y="1020852"/>
                  </a:lnTo>
                  <a:lnTo>
                    <a:pt x="826866" y="992746"/>
                  </a:lnTo>
                  <a:lnTo>
                    <a:pt x="852995" y="964962"/>
                  </a:lnTo>
                  <a:lnTo>
                    <a:pt x="879464" y="937501"/>
                  </a:lnTo>
                  <a:lnTo>
                    <a:pt x="906271" y="910363"/>
                  </a:lnTo>
                  <a:lnTo>
                    <a:pt x="933409" y="883556"/>
                  </a:lnTo>
                  <a:lnTo>
                    <a:pt x="960870" y="857087"/>
                  </a:lnTo>
                  <a:lnTo>
                    <a:pt x="988654" y="830958"/>
                  </a:lnTo>
                  <a:lnTo>
                    <a:pt x="1016760" y="805169"/>
                  </a:lnTo>
                  <a:lnTo>
                    <a:pt x="1045181" y="779726"/>
                  </a:lnTo>
                  <a:lnTo>
                    <a:pt x="1073907" y="754637"/>
                  </a:lnTo>
                  <a:lnTo>
                    <a:pt x="1102939" y="729903"/>
                  </a:lnTo>
                  <a:lnTo>
                    <a:pt x="1132277" y="705523"/>
                  </a:lnTo>
                  <a:lnTo>
                    <a:pt x="1161912" y="681505"/>
                  </a:lnTo>
                  <a:lnTo>
                    <a:pt x="1191835" y="657856"/>
                  </a:lnTo>
                  <a:lnTo>
                    <a:pt x="1222045" y="634576"/>
                  </a:lnTo>
                  <a:lnTo>
                    <a:pt x="1252543" y="611665"/>
                  </a:lnTo>
                  <a:lnTo>
                    <a:pt x="1283320" y="589130"/>
                  </a:lnTo>
                  <a:lnTo>
                    <a:pt x="1314369" y="566978"/>
                  </a:lnTo>
                  <a:lnTo>
                    <a:pt x="1345686" y="545208"/>
                  </a:lnTo>
                  <a:lnTo>
                    <a:pt x="1377268" y="523821"/>
                  </a:lnTo>
                  <a:lnTo>
                    <a:pt x="1409115" y="502824"/>
                  </a:lnTo>
                  <a:lnTo>
                    <a:pt x="1441214" y="482222"/>
                  </a:lnTo>
                  <a:lnTo>
                    <a:pt x="1473561" y="462015"/>
                  </a:lnTo>
                  <a:lnTo>
                    <a:pt x="1506157" y="442203"/>
                  </a:lnTo>
                  <a:lnTo>
                    <a:pt x="1538999" y="422794"/>
                  </a:lnTo>
                  <a:lnTo>
                    <a:pt x="1572068" y="403792"/>
                  </a:lnTo>
                  <a:lnTo>
                    <a:pt x="1605367" y="385197"/>
                  </a:lnTo>
                  <a:lnTo>
                    <a:pt x="1638901" y="367009"/>
                  </a:lnTo>
                  <a:lnTo>
                    <a:pt x="1672651" y="349234"/>
                  </a:lnTo>
                  <a:lnTo>
                    <a:pt x="1706613" y="331877"/>
                  </a:lnTo>
                  <a:lnTo>
                    <a:pt x="1740785" y="314938"/>
                  </a:lnTo>
                  <a:lnTo>
                    <a:pt x="1775164" y="298418"/>
                  </a:lnTo>
                  <a:lnTo>
                    <a:pt x="1809749" y="282320"/>
                  </a:lnTo>
                  <a:lnTo>
                    <a:pt x="1844521" y="266650"/>
                  </a:lnTo>
                  <a:lnTo>
                    <a:pt x="1879482" y="251409"/>
                  </a:lnTo>
                  <a:lnTo>
                    <a:pt x="1914634" y="236595"/>
                  </a:lnTo>
                  <a:lnTo>
                    <a:pt x="1949965" y="222214"/>
                  </a:lnTo>
                  <a:lnTo>
                    <a:pt x="1985464" y="208269"/>
                  </a:lnTo>
                  <a:lnTo>
                    <a:pt x="2021134" y="194762"/>
                  </a:lnTo>
                  <a:lnTo>
                    <a:pt x="2056976" y="181691"/>
                  </a:lnTo>
                  <a:lnTo>
                    <a:pt x="2092968" y="169060"/>
                  </a:lnTo>
                  <a:lnTo>
                    <a:pt x="2129109" y="156875"/>
                  </a:lnTo>
                  <a:lnTo>
                    <a:pt x="2165396" y="145133"/>
                  </a:lnTo>
                  <a:lnTo>
                    <a:pt x="2201829" y="133836"/>
                  </a:lnTo>
                  <a:lnTo>
                    <a:pt x="2238398" y="122987"/>
                  </a:lnTo>
                  <a:lnTo>
                    <a:pt x="2275092" y="112590"/>
                  </a:lnTo>
                  <a:lnTo>
                    <a:pt x="2311912" y="102643"/>
                  </a:lnTo>
                  <a:lnTo>
                    <a:pt x="2348858" y="93148"/>
                  </a:lnTo>
                  <a:lnTo>
                    <a:pt x="2385918" y="84106"/>
                  </a:lnTo>
                  <a:lnTo>
                    <a:pt x="2423080" y="75521"/>
                  </a:lnTo>
                  <a:lnTo>
                    <a:pt x="2460342" y="67393"/>
                  </a:lnTo>
                  <a:lnTo>
                    <a:pt x="2497703" y="59722"/>
                  </a:lnTo>
                  <a:lnTo>
                    <a:pt x="2535161" y="52510"/>
                  </a:lnTo>
                  <a:lnTo>
                    <a:pt x="2572700" y="45759"/>
                  </a:lnTo>
                  <a:lnTo>
                    <a:pt x="2610317" y="39469"/>
                  </a:lnTo>
                  <a:lnTo>
                    <a:pt x="2648014" y="33641"/>
                  </a:lnTo>
                  <a:lnTo>
                    <a:pt x="2685786" y="28275"/>
                  </a:lnTo>
                  <a:lnTo>
                    <a:pt x="2723611" y="23374"/>
                  </a:lnTo>
                  <a:lnTo>
                    <a:pt x="2761492" y="18938"/>
                  </a:lnTo>
                  <a:lnTo>
                    <a:pt x="2799432" y="14966"/>
                  </a:lnTo>
                  <a:lnTo>
                    <a:pt x="2837412" y="11460"/>
                  </a:lnTo>
                  <a:lnTo>
                    <a:pt x="2875431" y="8421"/>
                  </a:lnTo>
                  <a:lnTo>
                    <a:pt x="2913485" y="5849"/>
                  </a:lnTo>
                  <a:lnTo>
                    <a:pt x="2951571" y="3743"/>
                  </a:lnTo>
                  <a:lnTo>
                    <a:pt x="2989685" y="2105"/>
                  </a:lnTo>
                  <a:lnTo>
                    <a:pt x="3027808" y="935"/>
                  </a:lnTo>
                  <a:lnTo>
                    <a:pt x="3065941" y="233"/>
                  </a:lnTo>
                  <a:lnTo>
                    <a:pt x="3104083" y="0"/>
                  </a:lnTo>
                  <a:lnTo>
                    <a:pt x="3142225" y="233"/>
                  </a:lnTo>
                  <a:lnTo>
                    <a:pt x="3180357" y="935"/>
                  </a:lnTo>
                  <a:lnTo>
                    <a:pt x="3218481" y="2105"/>
                  </a:lnTo>
                  <a:lnTo>
                    <a:pt x="3256595" y="3743"/>
                  </a:lnTo>
                  <a:lnTo>
                    <a:pt x="3294680" y="5849"/>
                  </a:lnTo>
                  <a:lnTo>
                    <a:pt x="3332734" y="8421"/>
                  </a:lnTo>
                  <a:lnTo>
                    <a:pt x="3370753" y="11460"/>
                  </a:lnTo>
                  <a:lnTo>
                    <a:pt x="3408734" y="14966"/>
                  </a:lnTo>
                  <a:lnTo>
                    <a:pt x="3446673" y="18938"/>
                  </a:lnTo>
                  <a:lnTo>
                    <a:pt x="3484554" y="23374"/>
                  </a:lnTo>
                  <a:lnTo>
                    <a:pt x="3522380" y="28275"/>
                  </a:lnTo>
                  <a:lnTo>
                    <a:pt x="3560151" y="33641"/>
                  </a:lnTo>
                  <a:lnTo>
                    <a:pt x="3597848" y="39469"/>
                  </a:lnTo>
                  <a:lnTo>
                    <a:pt x="3635466" y="45759"/>
                  </a:lnTo>
                  <a:lnTo>
                    <a:pt x="3673004" y="52510"/>
                  </a:lnTo>
                  <a:lnTo>
                    <a:pt x="3710463" y="59722"/>
                  </a:lnTo>
                  <a:lnTo>
                    <a:pt x="3747824" y="67393"/>
                  </a:lnTo>
                  <a:lnTo>
                    <a:pt x="3785085" y="75521"/>
                  </a:lnTo>
                  <a:lnTo>
                    <a:pt x="3822247" y="84106"/>
                  </a:lnTo>
                  <a:lnTo>
                    <a:pt x="3859307" y="93148"/>
                  </a:lnTo>
                  <a:lnTo>
                    <a:pt x="3896253" y="102643"/>
                  </a:lnTo>
                  <a:lnTo>
                    <a:pt x="3933073" y="112590"/>
                  </a:lnTo>
                  <a:lnTo>
                    <a:pt x="3969768" y="122987"/>
                  </a:lnTo>
                  <a:lnTo>
                    <a:pt x="4006336" y="133836"/>
                  </a:lnTo>
                  <a:lnTo>
                    <a:pt x="4042769" y="145133"/>
                  </a:lnTo>
                  <a:lnTo>
                    <a:pt x="4079057" y="156875"/>
                  </a:lnTo>
                  <a:lnTo>
                    <a:pt x="4115197" y="169060"/>
                  </a:lnTo>
                  <a:lnTo>
                    <a:pt x="4151190" y="181691"/>
                  </a:lnTo>
                  <a:lnTo>
                    <a:pt x="4187031" y="194762"/>
                  </a:lnTo>
                  <a:lnTo>
                    <a:pt x="4222701" y="208269"/>
                  </a:lnTo>
                  <a:lnTo>
                    <a:pt x="4258201" y="222214"/>
                  </a:lnTo>
                  <a:lnTo>
                    <a:pt x="4293531" y="236595"/>
                  </a:lnTo>
                  <a:lnTo>
                    <a:pt x="4328683" y="251409"/>
                  </a:lnTo>
                  <a:lnTo>
                    <a:pt x="4363644" y="266650"/>
                  </a:lnTo>
                  <a:lnTo>
                    <a:pt x="4398417" y="282320"/>
                  </a:lnTo>
                  <a:lnTo>
                    <a:pt x="4433002" y="298418"/>
                  </a:lnTo>
                  <a:lnTo>
                    <a:pt x="4467381" y="314938"/>
                  </a:lnTo>
                  <a:lnTo>
                    <a:pt x="4501552" y="331877"/>
                  </a:lnTo>
                  <a:lnTo>
                    <a:pt x="4535514" y="349234"/>
                  </a:lnTo>
                  <a:lnTo>
                    <a:pt x="4569264" y="367009"/>
                  </a:lnTo>
                  <a:lnTo>
                    <a:pt x="4602793" y="385197"/>
                  </a:lnTo>
                  <a:lnTo>
                    <a:pt x="4636093" y="403792"/>
                  </a:lnTo>
                  <a:lnTo>
                    <a:pt x="4669165" y="422794"/>
                  </a:lnTo>
                  <a:lnTo>
                    <a:pt x="4702008" y="442203"/>
                  </a:lnTo>
                  <a:lnTo>
                    <a:pt x="4734604" y="462015"/>
                  </a:lnTo>
                  <a:lnTo>
                    <a:pt x="4766952" y="482222"/>
                  </a:lnTo>
                  <a:lnTo>
                    <a:pt x="4799050" y="502824"/>
                  </a:lnTo>
                  <a:lnTo>
                    <a:pt x="4830898" y="523821"/>
                  </a:lnTo>
                  <a:lnTo>
                    <a:pt x="4862479" y="545208"/>
                  </a:lnTo>
                  <a:lnTo>
                    <a:pt x="4893796" y="566978"/>
                  </a:lnTo>
                  <a:lnTo>
                    <a:pt x="4924845" y="589130"/>
                  </a:lnTo>
                  <a:lnTo>
                    <a:pt x="4955623" y="611665"/>
                  </a:lnTo>
                  <a:lnTo>
                    <a:pt x="4986120" y="634576"/>
                  </a:lnTo>
                  <a:lnTo>
                    <a:pt x="5016331" y="657856"/>
                  </a:lnTo>
                  <a:lnTo>
                    <a:pt x="5046253" y="681505"/>
                  </a:lnTo>
                  <a:lnTo>
                    <a:pt x="5075884" y="705523"/>
                  </a:lnTo>
                  <a:lnTo>
                    <a:pt x="5105224" y="729903"/>
                  </a:lnTo>
                  <a:lnTo>
                    <a:pt x="5134257" y="754637"/>
                  </a:lnTo>
                  <a:lnTo>
                    <a:pt x="5162985" y="779726"/>
                  </a:lnTo>
                  <a:lnTo>
                    <a:pt x="5191409" y="805169"/>
                  </a:lnTo>
                  <a:lnTo>
                    <a:pt x="5219512" y="830958"/>
                  </a:lnTo>
                  <a:lnTo>
                    <a:pt x="5247297" y="857087"/>
                  </a:lnTo>
                  <a:lnTo>
                    <a:pt x="5274759" y="883556"/>
                  </a:lnTo>
                  <a:lnTo>
                    <a:pt x="5301898" y="910363"/>
                  </a:lnTo>
                  <a:lnTo>
                    <a:pt x="5328704" y="937501"/>
                  </a:lnTo>
                  <a:lnTo>
                    <a:pt x="5355171" y="964962"/>
                  </a:lnTo>
                  <a:lnTo>
                    <a:pt x="5381299" y="992746"/>
                  </a:lnTo>
                  <a:lnTo>
                    <a:pt x="5407091" y="1020852"/>
                  </a:lnTo>
                  <a:lnTo>
                    <a:pt x="5432531" y="1049272"/>
                  </a:lnTo>
                  <a:lnTo>
                    <a:pt x="5457619" y="1077999"/>
                  </a:lnTo>
                  <a:lnTo>
                    <a:pt x="5482356" y="1107031"/>
                  </a:lnTo>
                  <a:lnTo>
                    <a:pt x="5506739" y="1136369"/>
                  </a:lnTo>
                  <a:lnTo>
                    <a:pt x="5530754" y="1166004"/>
                  </a:lnTo>
                  <a:lnTo>
                    <a:pt x="5554403" y="1195927"/>
                  </a:lnTo>
                  <a:lnTo>
                    <a:pt x="5577684" y="1226137"/>
                  </a:lnTo>
                  <a:lnTo>
                    <a:pt x="5600594" y="1256635"/>
                  </a:lnTo>
                  <a:lnTo>
                    <a:pt x="5623126" y="1287412"/>
                  </a:lnTo>
                  <a:lnTo>
                    <a:pt x="5645277" y="1318461"/>
                  </a:lnTo>
                  <a:lnTo>
                    <a:pt x="5667045" y="1349778"/>
                  </a:lnTo>
                  <a:lnTo>
                    <a:pt x="5688431" y="1381360"/>
                  </a:lnTo>
                  <a:lnTo>
                    <a:pt x="5709429" y="1413207"/>
                  </a:lnTo>
                  <a:lnTo>
                    <a:pt x="5730034" y="1445306"/>
                  </a:lnTo>
                  <a:lnTo>
                    <a:pt x="5750242" y="1477653"/>
                  </a:lnTo>
                  <a:lnTo>
                    <a:pt x="5770051" y="1510249"/>
                  </a:lnTo>
                  <a:lnTo>
                    <a:pt x="5789460" y="1543091"/>
                  </a:lnTo>
                  <a:lnTo>
                    <a:pt x="5808464" y="1576160"/>
                  </a:lnTo>
                  <a:lnTo>
                    <a:pt x="5827060" y="1609459"/>
                  </a:lnTo>
                  <a:lnTo>
                    <a:pt x="5845244" y="1642993"/>
                  </a:lnTo>
                  <a:lnTo>
                    <a:pt x="5863022" y="1676743"/>
                  </a:lnTo>
                  <a:lnTo>
                    <a:pt x="5880379" y="1710705"/>
                  </a:lnTo>
                  <a:lnTo>
                    <a:pt x="5897317" y="1744877"/>
                  </a:lnTo>
                  <a:lnTo>
                    <a:pt x="5913836" y="1779256"/>
                  </a:lnTo>
                  <a:lnTo>
                    <a:pt x="5929937" y="1813841"/>
                  </a:lnTo>
                  <a:lnTo>
                    <a:pt x="5945607" y="1848613"/>
                  </a:lnTo>
                  <a:lnTo>
                    <a:pt x="5960849" y="1883574"/>
                  </a:lnTo>
                  <a:lnTo>
                    <a:pt x="5975663" y="1918726"/>
                  </a:lnTo>
                  <a:lnTo>
                    <a:pt x="5990041" y="1954057"/>
                  </a:lnTo>
                  <a:lnTo>
                    <a:pt x="6003987" y="1989556"/>
                  </a:lnTo>
                  <a:lnTo>
                    <a:pt x="6017496" y="2025226"/>
                  </a:lnTo>
                  <a:lnTo>
                    <a:pt x="6030566" y="2061068"/>
                  </a:lnTo>
                  <a:lnTo>
                    <a:pt x="6043194" y="2097060"/>
                  </a:lnTo>
                  <a:lnTo>
                    <a:pt x="6055379" y="2133201"/>
                  </a:lnTo>
                  <a:lnTo>
                    <a:pt x="6067121" y="2169488"/>
                  </a:lnTo>
                  <a:lnTo>
                    <a:pt x="6078420" y="2205921"/>
                  </a:lnTo>
                  <a:lnTo>
                    <a:pt x="6089271" y="2242490"/>
                  </a:lnTo>
                  <a:lnTo>
                    <a:pt x="6099670" y="2279184"/>
                  </a:lnTo>
                  <a:lnTo>
                    <a:pt x="6109617" y="2316004"/>
                  </a:lnTo>
                  <a:lnTo>
                    <a:pt x="6119112" y="2352950"/>
                  </a:lnTo>
                  <a:lnTo>
                    <a:pt x="6128152" y="2390010"/>
                  </a:lnTo>
                  <a:lnTo>
                    <a:pt x="6136735" y="2427172"/>
                  </a:lnTo>
                  <a:lnTo>
                    <a:pt x="6144862" y="2464434"/>
                  </a:lnTo>
                  <a:lnTo>
                    <a:pt x="6152531" y="2501794"/>
                  </a:lnTo>
                  <a:lnTo>
                    <a:pt x="6159743" y="2539253"/>
                  </a:lnTo>
                  <a:lnTo>
                    <a:pt x="6166496" y="2576792"/>
                  </a:lnTo>
                  <a:lnTo>
                    <a:pt x="6172787" y="2614409"/>
                  </a:lnTo>
                  <a:lnTo>
                    <a:pt x="6178615" y="2652106"/>
                  </a:lnTo>
                  <a:lnTo>
                    <a:pt x="6183979" y="2689878"/>
                  </a:lnTo>
                  <a:lnTo>
                    <a:pt x="6188880" y="2727703"/>
                  </a:lnTo>
                  <a:lnTo>
                    <a:pt x="6193317" y="2765584"/>
                  </a:lnTo>
                  <a:lnTo>
                    <a:pt x="6197289" y="2803524"/>
                  </a:lnTo>
                  <a:lnTo>
                    <a:pt x="6200795" y="2841504"/>
                  </a:lnTo>
                  <a:lnTo>
                    <a:pt x="6203835" y="2879523"/>
                  </a:lnTo>
                  <a:lnTo>
                    <a:pt x="6206408" y="2917577"/>
                  </a:lnTo>
                  <a:lnTo>
                    <a:pt x="6208167" y="2949367"/>
                  </a:lnTo>
                  <a:close/>
                </a:path>
              </a:pathLst>
            </a:custGeom>
            <a:solidFill>
              <a:srgbClr val="242625">
                <a:alpha val="47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182852" y="1028772"/>
              <a:ext cx="2762885" cy="8419465"/>
            </a:xfrm>
            <a:custGeom>
              <a:avLst/>
              <a:gdLst/>
              <a:ahLst/>
              <a:cxnLst/>
              <a:rect l="l" t="t" r="r" b="b"/>
              <a:pathLst>
                <a:path w="2762884" h="8419465">
                  <a:moveTo>
                    <a:pt x="208673" y="669063"/>
                  </a:moveTo>
                  <a:lnTo>
                    <a:pt x="190431" y="627636"/>
                  </a:lnTo>
                  <a:lnTo>
                    <a:pt x="182216" y="546512"/>
                  </a:lnTo>
                  <a:lnTo>
                    <a:pt x="185394" y="496395"/>
                  </a:lnTo>
                  <a:lnTo>
                    <a:pt x="195164" y="439705"/>
                  </a:lnTo>
                  <a:lnTo>
                    <a:pt x="212829" y="376292"/>
                  </a:lnTo>
                  <a:lnTo>
                    <a:pt x="239690" y="306004"/>
                  </a:lnTo>
                  <a:lnTo>
                    <a:pt x="278284" y="242634"/>
                  </a:lnTo>
                  <a:lnTo>
                    <a:pt x="305336" y="211258"/>
                  </a:lnTo>
                  <a:lnTo>
                    <a:pt x="336881" y="180608"/>
                  </a:lnTo>
                  <a:lnTo>
                    <a:pt x="372408" y="151074"/>
                  </a:lnTo>
                  <a:lnTo>
                    <a:pt x="411412" y="123049"/>
                  </a:lnTo>
                  <a:lnTo>
                    <a:pt x="453383" y="96922"/>
                  </a:lnTo>
                  <a:lnTo>
                    <a:pt x="497812" y="73084"/>
                  </a:lnTo>
                  <a:lnTo>
                    <a:pt x="544192" y="51925"/>
                  </a:lnTo>
                  <a:lnTo>
                    <a:pt x="592014" y="33837"/>
                  </a:lnTo>
                  <a:lnTo>
                    <a:pt x="640770" y="19210"/>
                  </a:lnTo>
                  <a:lnTo>
                    <a:pt x="689951" y="8434"/>
                  </a:lnTo>
                  <a:lnTo>
                    <a:pt x="739050" y="1900"/>
                  </a:lnTo>
                  <a:lnTo>
                    <a:pt x="787557" y="0"/>
                  </a:lnTo>
                  <a:lnTo>
                    <a:pt x="834965" y="3122"/>
                  </a:lnTo>
                  <a:lnTo>
                    <a:pt x="883494" y="13008"/>
                  </a:lnTo>
                  <a:lnTo>
                    <a:pt x="928872" y="29701"/>
                  </a:lnTo>
                  <a:lnTo>
                    <a:pt x="971295" y="52429"/>
                  </a:lnTo>
                  <a:lnTo>
                    <a:pt x="1010962" y="80420"/>
                  </a:lnTo>
                  <a:lnTo>
                    <a:pt x="1048067" y="112900"/>
                  </a:lnTo>
                  <a:lnTo>
                    <a:pt x="1082809" y="149097"/>
                  </a:lnTo>
                  <a:lnTo>
                    <a:pt x="1115383" y="188238"/>
                  </a:lnTo>
                  <a:lnTo>
                    <a:pt x="1145987" y="229551"/>
                  </a:lnTo>
                  <a:lnTo>
                    <a:pt x="1174817" y="272262"/>
                  </a:lnTo>
                  <a:lnTo>
                    <a:pt x="1202070" y="315600"/>
                  </a:lnTo>
                  <a:lnTo>
                    <a:pt x="1227942" y="358791"/>
                  </a:lnTo>
                  <a:lnTo>
                    <a:pt x="1272315" y="434754"/>
                  </a:lnTo>
                  <a:lnTo>
                    <a:pt x="1281945" y="451041"/>
                  </a:lnTo>
                  <a:lnTo>
                    <a:pt x="1322916" y="522104"/>
                  </a:lnTo>
                  <a:lnTo>
                    <a:pt x="1347236" y="572512"/>
                  </a:lnTo>
                  <a:lnTo>
                    <a:pt x="1364509" y="619379"/>
                  </a:lnTo>
                  <a:lnTo>
                    <a:pt x="1374011" y="660409"/>
                  </a:lnTo>
                  <a:lnTo>
                    <a:pt x="222584" y="660409"/>
                  </a:lnTo>
                  <a:lnTo>
                    <a:pt x="221119" y="663339"/>
                  </a:lnTo>
                  <a:lnTo>
                    <a:pt x="218590" y="665668"/>
                  </a:lnTo>
                  <a:lnTo>
                    <a:pt x="208673" y="669063"/>
                  </a:lnTo>
                  <a:close/>
                </a:path>
                <a:path w="2762884" h="8419465">
                  <a:moveTo>
                    <a:pt x="1376322" y="734099"/>
                  </a:moveTo>
                  <a:lnTo>
                    <a:pt x="372348" y="734099"/>
                  </a:lnTo>
                  <a:lnTo>
                    <a:pt x="222584" y="660409"/>
                  </a:lnTo>
                  <a:lnTo>
                    <a:pt x="1374011" y="660409"/>
                  </a:lnTo>
                  <a:lnTo>
                    <a:pt x="1374833" y="663962"/>
                  </a:lnTo>
                  <a:lnTo>
                    <a:pt x="1378309" y="707516"/>
                  </a:lnTo>
                  <a:lnTo>
                    <a:pt x="1376322" y="734099"/>
                  </a:lnTo>
                  <a:close/>
                </a:path>
                <a:path w="2762884" h="8419465">
                  <a:moveTo>
                    <a:pt x="548340" y="1325351"/>
                  </a:moveTo>
                  <a:lnTo>
                    <a:pt x="505011" y="1321814"/>
                  </a:lnTo>
                  <a:lnTo>
                    <a:pt x="439448" y="1304500"/>
                  </a:lnTo>
                  <a:lnTo>
                    <a:pt x="394103" y="1286790"/>
                  </a:lnTo>
                  <a:lnTo>
                    <a:pt x="354771" y="1265636"/>
                  </a:lnTo>
                  <a:lnTo>
                    <a:pt x="321291" y="1240844"/>
                  </a:lnTo>
                  <a:lnTo>
                    <a:pt x="293506" y="1212221"/>
                  </a:lnTo>
                  <a:lnTo>
                    <a:pt x="271257" y="1179571"/>
                  </a:lnTo>
                  <a:lnTo>
                    <a:pt x="254383" y="1142701"/>
                  </a:lnTo>
                  <a:lnTo>
                    <a:pt x="242727" y="1101418"/>
                  </a:lnTo>
                  <a:lnTo>
                    <a:pt x="236130" y="1055525"/>
                  </a:lnTo>
                  <a:lnTo>
                    <a:pt x="234432" y="1004831"/>
                  </a:lnTo>
                  <a:lnTo>
                    <a:pt x="235876" y="916489"/>
                  </a:lnTo>
                  <a:lnTo>
                    <a:pt x="237530" y="841637"/>
                  </a:lnTo>
                  <a:lnTo>
                    <a:pt x="239095" y="783717"/>
                  </a:lnTo>
                  <a:lnTo>
                    <a:pt x="240888" y="728907"/>
                  </a:lnTo>
                  <a:lnTo>
                    <a:pt x="251472" y="719921"/>
                  </a:lnTo>
                  <a:lnTo>
                    <a:pt x="372348" y="734099"/>
                  </a:lnTo>
                  <a:lnTo>
                    <a:pt x="1376322" y="734099"/>
                  </a:lnTo>
                  <a:lnTo>
                    <a:pt x="1365113" y="796568"/>
                  </a:lnTo>
                  <a:lnTo>
                    <a:pt x="1348640" y="844580"/>
                  </a:lnTo>
                  <a:lnTo>
                    <a:pt x="1325716" y="896591"/>
                  </a:lnTo>
                  <a:lnTo>
                    <a:pt x="1284839" y="968328"/>
                  </a:lnTo>
                  <a:lnTo>
                    <a:pt x="1279332" y="975474"/>
                  </a:lnTo>
                  <a:lnTo>
                    <a:pt x="863047" y="975474"/>
                  </a:lnTo>
                  <a:lnTo>
                    <a:pt x="954040" y="1129310"/>
                  </a:lnTo>
                  <a:lnTo>
                    <a:pt x="957158" y="1134702"/>
                  </a:lnTo>
                  <a:lnTo>
                    <a:pt x="955965" y="1141560"/>
                  </a:lnTo>
                  <a:lnTo>
                    <a:pt x="951177" y="1145554"/>
                  </a:lnTo>
                  <a:lnTo>
                    <a:pt x="917336" y="1171493"/>
                  </a:lnTo>
                  <a:lnTo>
                    <a:pt x="882801" y="1195748"/>
                  </a:lnTo>
                  <a:lnTo>
                    <a:pt x="839049" y="1223846"/>
                  </a:lnTo>
                  <a:lnTo>
                    <a:pt x="787974" y="1253026"/>
                  </a:lnTo>
                  <a:lnTo>
                    <a:pt x="731472" y="1280527"/>
                  </a:lnTo>
                  <a:lnTo>
                    <a:pt x="671436" y="1303589"/>
                  </a:lnTo>
                  <a:lnTo>
                    <a:pt x="609760" y="1319451"/>
                  </a:lnTo>
                  <a:lnTo>
                    <a:pt x="548340" y="1325351"/>
                  </a:lnTo>
                  <a:close/>
                </a:path>
                <a:path w="2762884" h="8419465">
                  <a:moveTo>
                    <a:pt x="1126365" y="1116797"/>
                  </a:moveTo>
                  <a:lnTo>
                    <a:pt x="1119771" y="1116797"/>
                  </a:lnTo>
                  <a:lnTo>
                    <a:pt x="1115323" y="1114133"/>
                  </a:lnTo>
                  <a:lnTo>
                    <a:pt x="1113125" y="1109607"/>
                  </a:lnTo>
                  <a:lnTo>
                    <a:pt x="1111319" y="1106013"/>
                  </a:lnTo>
                  <a:lnTo>
                    <a:pt x="1111660" y="1102019"/>
                  </a:lnTo>
                  <a:lnTo>
                    <a:pt x="1113330" y="1098624"/>
                  </a:lnTo>
                  <a:lnTo>
                    <a:pt x="863047" y="975474"/>
                  </a:lnTo>
                  <a:lnTo>
                    <a:pt x="1279332" y="975474"/>
                  </a:lnTo>
                  <a:lnTo>
                    <a:pt x="1241850" y="1024107"/>
                  </a:lnTo>
                  <a:lnTo>
                    <a:pt x="1200808" y="1065322"/>
                  </a:lnTo>
                  <a:lnTo>
                    <a:pt x="1165773" y="1093369"/>
                  </a:lnTo>
                  <a:lnTo>
                    <a:pt x="1129961" y="1115531"/>
                  </a:lnTo>
                  <a:lnTo>
                    <a:pt x="1128222" y="1116396"/>
                  </a:lnTo>
                  <a:lnTo>
                    <a:pt x="1126365" y="1116797"/>
                  </a:lnTo>
                  <a:close/>
                </a:path>
                <a:path w="2762884" h="8419465">
                  <a:moveTo>
                    <a:pt x="175591" y="8299488"/>
                  </a:moveTo>
                  <a:lnTo>
                    <a:pt x="112475" y="8297783"/>
                  </a:lnTo>
                  <a:lnTo>
                    <a:pt x="61403" y="8293978"/>
                  </a:lnTo>
                  <a:lnTo>
                    <a:pt x="11513" y="8287917"/>
                  </a:lnTo>
                  <a:lnTo>
                    <a:pt x="1197" y="8278255"/>
                  </a:lnTo>
                  <a:lnTo>
                    <a:pt x="0" y="8273262"/>
                  </a:lnTo>
                  <a:lnTo>
                    <a:pt x="1997" y="8268081"/>
                  </a:lnTo>
                  <a:lnTo>
                    <a:pt x="143708" y="8167896"/>
                  </a:lnTo>
                  <a:lnTo>
                    <a:pt x="144306" y="8167623"/>
                  </a:lnTo>
                  <a:lnTo>
                    <a:pt x="808672" y="7825928"/>
                  </a:lnTo>
                  <a:lnTo>
                    <a:pt x="812659" y="7823798"/>
                  </a:lnTo>
                  <a:lnTo>
                    <a:pt x="817516" y="7824071"/>
                  </a:lnTo>
                  <a:lnTo>
                    <a:pt x="825099" y="7828996"/>
                  </a:lnTo>
                  <a:lnTo>
                    <a:pt x="827297" y="7833324"/>
                  </a:lnTo>
                  <a:lnTo>
                    <a:pt x="827109" y="7837840"/>
                  </a:lnTo>
                  <a:lnTo>
                    <a:pt x="814449" y="8073436"/>
                  </a:lnTo>
                  <a:lnTo>
                    <a:pt x="805959" y="8116405"/>
                  </a:lnTo>
                  <a:lnTo>
                    <a:pt x="786415" y="8154013"/>
                  </a:lnTo>
                  <a:lnTo>
                    <a:pt x="757524" y="8184462"/>
                  </a:lnTo>
                  <a:lnTo>
                    <a:pt x="720995" y="8205952"/>
                  </a:lnTo>
                  <a:lnTo>
                    <a:pt x="678538" y="8216685"/>
                  </a:lnTo>
                  <a:lnTo>
                    <a:pt x="583886" y="8234286"/>
                  </a:lnTo>
                  <a:lnTo>
                    <a:pt x="520503" y="8246849"/>
                  </a:lnTo>
                  <a:lnTo>
                    <a:pt x="447324" y="8262140"/>
                  </a:lnTo>
                  <a:lnTo>
                    <a:pt x="368022" y="8279789"/>
                  </a:lnTo>
                  <a:lnTo>
                    <a:pt x="318738" y="8289215"/>
                  </a:lnTo>
                  <a:lnTo>
                    <a:pt x="269485" y="8295281"/>
                  </a:lnTo>
                  <a:lnTo>
                    <a:pt x="221393" y="8298526"/>
                  </a:lnTo>
                  <a:lnTo>
                    <a:pt x="175591" y="8299488"/>
                  </a:lnTo>
                  <a:close/>
                </a:path>
                <a:path w="2762884" h="8419465">
                  <a:moveTo>
                    <a:pt x="2753750" y="8419323"/>
                  </a:moveTo>
                  <a:lnTo>
                    <a:pt x="2747701" y="8419323"/>
                  </a:lnTo>
                  <a:lnTo>
                    <a:pt x="2682725" y="8410924"/>
                  </a:lnTo>
                  <a:lnTo>
                    <a:pt x="2616569" y="8399765"/>
                  </a:lnTo>
                  <a:lnTo>
                    <a:pt x="2549777" y="8386325"/>
                  </a:lnTo>
                  <a:lnTo>
                    <a:pt x="2483369" y="8371153"/>
                  </a:lnTo>
                  <a:lnTo>
                    <a:pt x="2418364" y="8354796"/>
                  </a:lnTo>
                  <a:lnTo>
                    <a:pt x="2355783" y="8337801"/>
                  </a:lnTo>
                  <a:lnTo>
                    <a:pt x="2296647" y="8320717"/>
                  </a:lnTo>
                  <a:lnTo>
                    <a:pt x="2241974" y="8304092"/>
                  </a:lnTo>
                  <a:lnTo>
                    <a:pt x="2192787" y="8288474"/>
                  </a:lnTo>
                  <a:lnTo>
                    <a:pt x="2150104" y="8274409"/>
                  </a:lnTo>
                  <a:lnTo>
                    <a:pt x="2088333" y="8253134"/>
                  </a:lnTo>
                  <a:lnTo>
                    <a:pt x="2034010" y="8229192"/>
                  </a:lnTo>
                  <a:lnTo>
                    <a:pt x="1990344" y="8177784"/>
                  </a:lnTo>
                  <a:lnTo>
                    <a:pt x="1946482" y="7948489"/>
                  </a:lnTo>
                  <a:lnTo>
                    <a:pt x="1948407" y="7943683"/>
                  </a:lnTo>
                  <a:lnTo>
                    <a:pt x="1956194" y="7937958"/>
                  </a:lnTo>
                  <a:lnTo>
                    <a:pt x="1961323" y="7937634"/>
                  </a:lnTo>
                  <a:lnTo>
                    <a:pt x="2565850" y="8252693"/>
                  </a:lnTo>
                  <a:lnTo>
                    <a:pt x="2756221" y="8396555"/>
                  </a:lnTo>
                  <a:lnTo>
                    <a:pt x="2760736" y="8400015"/>
                  </a:lnTo>
                  <a:lnTo>
                    <a:pt x="2762474" y="8406064"/>
                  </a:lnTo>
                  <a:lnTo>
                    <a:pt x="2758402" y="8416187"/>
                  </a:lnTo>
                  <a:lnTo>
                    <a:pt x="2753750" y="8419323"/>
                  </a:lnTo>
                  <a:close/>
                </a:path>
              </a:pathLst>
            </a:custGeom>
            <a:solidFill>
              <a:srgbClr val="242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32772" y="1780911"/>
              <a:ext cx="2726055" cy="2400300"/>
            </a:xfrm>
            <a:custGeom>
              <a:avLst/>
              <a:gdLst/>
              <a:ahLst/>
              <a:cxnLst/>
              <a:rect l="l" t="t" r="r" b="b"/>
              <a:pathLst>
                <a:path w="2726055" h="2400300">
                  <a:moveTo>
                    <a:pt x="1661165" y="292909"/>
                  </a:moveTo>
                  <a:lnTo>
                    <a:pt x="1611813" y="288519"/>
                  </a:lnTo>
                  <a:lnTo>
                    <a:pt x="1567235" y="272984"/>
                  </a:lnTo>
                  <a:lnTo>
                    <a:pt x="1534154" y="242306"/>
                  </a:lnTo>
                  <a:lnTo>
                    <a:pt x="1510877" y="193960"/>
                  </a:lnTo>
                  <a:lnTo>
                    <a:pt x="1498599" y="141926"/>
                  </a:lnTo>
                  <a:lnTo>
                    <a:pt x="1497521" y="89835"/>
                  </a:lnTo>
                  <a:lnTo>
                    <a:pt x="1507846" y="41316"/>
                  </a:lnTo>
                  <a:lnTo>
                    <a:pt x="1529775" y="0"/>
                  </a:lnTo>
                  <a:lnTo>
                    <a:pt x="1533421" y="4993"/>
                  </a:lnTo>
                  <a:lnTo>
                    <a:pt x="1540476" y="14512"/>
                  </a:lnTo>
                  <a:lnTo>
                    <a:pt x="1611064" y="108544"/>
                  </a:lnTo>
                  <a:lnTo>
                    <a:pt x="1654369" y="157681"/>
                  </a:lnTo>
                  <a:lnTo>
                    <a:pt x="1688188" y="177936"/>
                  </a:lnTo>
                  <a:lnTo>
                    <a:pt x="1730318" y="185323"/>
                  </a:lnTo>
                  <a:lnTo>
                    <a:pt x="1731540" y="212958"/>
                  </a:lnTo>
                  <a:lnTo>
                    <a:pt x="1734989" y="238603"/>
                  </a:lnTo>
                  <a:lnTo>
                    <a:pt x="1740347" y="262337"/>
                  </a:lnTo>
                  <a:lnTo>
                    <a:pt x="1747290" y="284243"/>
                  </a:lnTo>
                  <a:lnTo>
                    <a:pt x="1708566" y="290151"/>
                  </a:lnTo>
                  <a:lnTo>
                    <a:pt x="1661165" y="292909"/>
                  </a:lnTo>
                  <a:close/>
                </a:path>
                <a:path w="2726055" h="2400300">
                  <a:moveTo>
                    <a:pt x="1145014" y="409292"/>
                  </a:moveTo>
                  <a:lnTo>
                    <a:pt x="1065894" y="387821"/>
                  </a:lnTo>
                  <a:lnTo>
                    <a:pt x="1002404" y="345200"/>
                  </a:lnTo>
                  <a:lnTo>
                    <a:pt x="977067" y="307708"/>
                  </a:lnTo>
                  <a:lnTo>
                    <a:pt x="986125" y="254389"/>
                  </a:lnTo>
                  <a:lnTo>
                    <a:pt x="1025823" y="164288"/>
                  </a:lnTo>
                  <a:lnTo>
                    <a:pt x="1270512" y="337231"/>
                  </a:lnTo>
                  <a:lnTo>
                    <a:pt x="1254256" y="354928"/>
                  </a:lnTo>
                  <a:lnTo>
                    <a:pt x="1210112" y="388638"/>
                  </a:lnTo>
                  <a:lnTo>
                    <a:pt x="1145014" y="409292"/>
                  </a:lnTo>
                  <a:close/>
                </a:path>
                <a:path w="2726055" h="2400300">
                  <a:moveTo>
                    <a:pt x="2534949" y="929947"/>
                  </a:moveTo>
                  <a:lnTo>
                    <a:pt x="1551007" y="929947"/>
                  </a:lnTo>
                  <a:lnTo>
                    <a:pt x="1858987" y="389952"/>
                  </a:lnTo>
                  <a:lnTo>
                    <a:pt x="2187995" y="579803"/>
                  </a:lnTo>
                  <a:lnTo>
                    <a:pt x="2235512" y="608669"/>
                  </a:lnTo>
                  <a:lnTo>
                    <a:pt x="2279480" y="638348"/>
                  </a:lnTo>
                  <a:lnTo>
                    <a:pt x="2320082" y="668893"/>
                  </a:lnTo>
                  <a:lnTo>
                    <a:pt x="2357501" y="700358"/>
                  </a:lnTo>
                  <a:lnTo>
                    <a:pt x="2391921" y="732798"/>
                  </a:lnTo>
                  <a:lnTo>
                    <a:pt x="2423525" y="766265"/>
                  </a:lnTo>
                  <a:lnTo>
                    <a:pt x="2452496" y="800815"/>
                  </a:lnTo>
                  <a:lnTo>
                    <a:pt x="2479020" y="836499"/>
                  </a:lnTo>
                  <a:lnTo>
                    <a:pt x="2503278" y="873374"/>
                  </a:lnTo>
                  <a:lnTo>
                    <a:pt x="2525454" y="911491"/>
                  </a:lnTo>
                  <a:lnTo>
                    <a:pt x="2534949" y="929947"/>
                  </a:lnTo>
                  <a:close/>
                </a:path>
                <a:path w="2726055" h="2400300">
                  <a:moveTo>
                    <a:pt x="345631" y="1846482"/>
                  </a:moveTo>
                  <a:lnTo>
                    <a:pt x="204844" y="1822225"/>
                  </a:lnTo>
                  <a:lnTo>
                    <a:pt x="83034" y="1680890"/>
                  </a:lnTo>
                  <a:lnTo>
                    <a:pt x="57127" y="1642469"/>
                  </a:lnTo>
                  <a:lnTo>
                    <a:pt x="36254" y="1604370"/>
                  </a:lnTo>
                  <a:lnTo>
                    <a:pt x="20260" y="1566537"/>
                  </a:lnTo>
                  <a:lnTo>
                    <a:pt x="8990" y="1528913"/>
                  </a:lnTo>
                  <a:lnTo>
                    <a:pt x="0" y="1454062"/>
                  </a:lnTo>
                  <a:lnTo>
                    <a:pt x="1970" y="1416722"/>
                  </a:lnTo>
                  <a:lnTo>
                    <a:pt x="18065" y="1341928"/>
                  </a:lnTo>
                  <a:lnTo>
                    <a:pt x="31881" y="1304360"/>
                  </a:lnTo>
                  <a:lnTo>
                    <a:pt x="49335" y="1266602"/>
                  </a:lnTo>
                  <a:lnTo>
                    <a:pt x="70272" y="1228597"/>
                  </a:lnTo>
                  <a:lnTo>
                    <a:pt x="94537" y="1190289"/>
                  </a:lnTo>
                  <a:lnTo>
                    <a:pt x="121975" y="1151620"/>
                  </a:lnTo>
                  <a:lnTo>
                    <a:pt x="152432" y="1112533"/>
                  </a:lnTo>
                  <a:lnTo>
                    <a:pt x="185751" y="1072973"/>
                  </a:lnTo>
                  <a:lnTo>
                    <a:pt x="221779" y="1032880"/>
                  </a:lnTo>
                  <a:lnTo>
                    <a:pt x="260359" y="992200"/>
                  </a:lnTo>
                  <a:lnTo>
                    <a:pt x="301337" y="950874"/>
                  </a:lnTo>
                  <a:lnTo>
                    <a:pt x="344558" y="908847"/>
                  </a:lnTo>
                  <a:lnTo>
                    <a:pt x="618090" y="722372"/>
                  </a:lnTo>
                  <a:lnTo>
                    <a:pt x="931970" y="587708"/>
                  </a:lnTo>
                  <a:lnTo>
                    <a:pt x="1190487" y="506040"/>
                  </a:lnTo>
                  <a:lnTo>
                    <a:pt x="1297929" y="478554"/>
                  </a:lnTo>
                  <a:lnTo>
                    <a:pt x="1551007" y="929947"/>
                  </a:lnTo>
                  <a:lnTo>
                    <a:pt x="2534949" y="929947"/>
                  </a:lnTo>
                  <a:lnTo>
                    <a:pt x="2564296" y="991671"/>
                  </a:lnTo>
                  <a:lnTo>
                    <a:pt x="2581329" y="1033842"/>
                  </a:lnTo>
                  <a:lnTo>
                    <a:pt x="2597015" y="1077470"/>
                  </a:lnTo>
                  <a:lnTo>
                    <a:pt x="2611536" y="1122611"/>
                  </a:lnTo>
                  <a:lnTo>
                    <a:pt x="2625077" y="1169319"/>
                  </a:lnTo>
                  <a:lnTo>
                    <a:pt x="2637821" y="1217646"/>
                  </a:lnTo>
                  <a:lnTo>
                    <a:pt x="2649951" y="1267647"/>
                  </a:lnTo>
                  <a:lnTo>
                    <a:pt x="2661651" y="1319375"/>
                  </a:lnTo>
                  <a:lnTo>
                    <a:pt x="2673105" y="1372886"/>
                  </a:lnTo>
                  <a:lnTo>
                    <a:pt x="2685110" y="1433026"/>
                  </a:lnTo>
                  <a:lnTo>
                    <a:pt x="2690215" y="1461483"/>
                  </a:lnTo>
                  <a:lnTo>
                    <a:pt x="1044794" y="1461483"/>
                  </a:lnTo>
                  <a:lnTo>
                    <a:pt x="595559" y="1733091"/>
                  </a:lnTo>
                  <a:lnTo>
                    <a:pt x="345631" y="1846482"/>
                  </a:lnTo>
                  <a:close/>
                </a:path>
                <a:path w="2726055" h="2400300">
                  <a:moveTo>
                    <a:pt x="2285054" y="2400151"/>
                  </a:moveTo>
                  <a:lnTo>
                    <a:pt x="783271" y="2140748"/>
                  </a:lnTo>
                  <a:lnTo>
                    <a:pt x="1044794" y="1461483"/>
                  </a:lnTo>
                  <a:lnTo>
                    <a:pt x="2690215" y="1461483"/>
                  </a:lnTo>
                  <a:lnTo>
                    <a:pt x="2704957" y="1550873"/>
                  </a:lnTo>
                  <a:lnTo>
                    <a:pt x="2712591" y="1608302"/>
                  </a:lnTo>
                  <a:lnTo>
                    <a:pt x="2718559" y="1664550"/>
                  </a:lnTo>
                  <a:lnTo>
                    <a:pt x="2722757" y="1719477"/>
                  </a:lnTo>
                  <a:lnTo>
                    <a:pt x="2725081" y="1772946"/>
                  </a:lnTo>
                  <a:lnTo>
                    <a:pt x="2725427" y="1824816"/>
                  </a:lnTo>
                  <a:lnTo>
                    <a:pt x="2723691" y="1874949"/>
                  </a:lnTo>
                  <a:lnTo>
                    <a:pt x="2719768" y="1923207"/>
                  </a:lnTo>
                  <a:lnTo>
                    <a:pt x="2713554" y="1969450"/>
                  </a:lnTo>
                  <a:lnTo>
                    <a:pt x="2704945" y="2013540"/>
                  </a:lnTo>
                  <a:lnTo>
                    <a:pt x="2693837" y="2055338"/>
                  </a:lnTo>
                  <a:lnTo>
                    <a:pt x="2680125" y="2094705"/>
                  </a:lnTo>
                  <a:lnTo>
                    <a:pt x="2663706" y="2131502"/>
                  </a:lnTo>
                  <a:lnTo>
                    <a:pt x="2644474" y="2165590"/>
                  </a:lnTo>
                  <a:lnTo>
                    <a:pt x="2622326" y="2196831"/>
                  </a:lnTo>
                  <a:lnTo>
                    <a:pt x="2477468" y="2309182"/>
                  </a:lnTo>
                  <a:lnTo>
                    <a:pt x="2397962" y="2330520"/>
                  </a:lnTo>
                  <a:lnTo>
                    <a:pt x="2263891" y="2330520"/>
                  </a:lnTo>
                  <a:lnTo>
                    <a:pt x="2285054" y="2400151"/>
                  </a:lnTo>
                  <a:close/>
                </a:path>
                <a:path w="2726055" h="2400300">
                  <a:moveTo>
                    <a:pt x="2370420" y="2337912"/>
                  </a:moveTo>
                  <a:lnTo>
                    <a:pt x="2293425" y="2336587"/>
                  </a:lnTo>
                  <a:lnTo>
                    <a:pt x="2263891" y="2330520"/>
                  </a:lnTo>
                  <a:lnTo>
                    <a:pt x="2397962" y="2330520"/>
                  </a:lnTo>
                  <a:lnTo>
                    <a:pt x="2370420" y="2337912"/>
                  </a:lnTo>
                  <a:close/>
                </a:path>
              </a:pathLst>
            </a:custGeom>
            <a:solidFill>
              <a:srgbClr val="2ED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082056" y="1274400"/>
              <a:ext cx="2660015" cy="8018145"/>
            </a:xfrm>
            <a:custGeom>
              <a:avLst/>
              <a:gdLst/>
              <a:ahLst/>
              <a:cxnLst/>
              <a:rect l="l" t="t" r="r" b="b"/>
              <a:pathLst>
                <a:path w="2660015" h="8018145">
                  <a:moveTo>
                    <a:pt x="703357" y="891458"/>
                  </a:moveTo>
                  <a:lnTo>
                    <a:pt x="660655" y="889295"/>
                  </a:lnTo>
                  <a:lnTo>
                    <a:pt x="617364" y="877946"/>
                  </a:lnTo>
                  <a:lnTo>
                    <a:pt x="575699" y="856156"/>
                  </a:lnTo>
                  <a:lnTo>
                    <a:pt x="537870" y="822672"/>
                  </a:lnTo>
                  <a:lnTo>
                    <a:pt x="506093" y="776243"/>
                  </a:lnTo>
                  <a:lnTo>
                    <a:pt x="311998" y="409189"/>
                  </a:lnTo>
                  <a:lnTo>
                    <a:pt x="371475" y="250950"/>
                  </a:lnTo>
                  <a:lnTo>
                    <a:pt x="477597" y="120769"/>
                  </a:lnTo>
                  <a:lnTo>
                    <a:pt x="578964" y="32501"/>
                  </a:lnTo>
                  <a:lnTo>
                    <a:pt x="624175" y="0"/>
                  </a:lnTo>
                  <a:lnTo>
                    <a:pt x="864367" y="330398"/>
                  </a:lnTo>
                  <a:lnTo>
                    <a:pt x="928202" y="417361"/>
                  </a:lnTo>
                  <a:lnTo>
                    <a:pt x="994140" y="506511"/>
                  </a:lnTo>
                  <a:lnTo>
                    <a:pt x="980491" y="506511"/>
                  </a:lnTo>
                  <a:lnTo>
                    <a:pt x="958562" y="547827"/>
                  </a:lnTo>
                  <a:lnTo>
                    <a:pt x="948237" y="596346"/>
                  </a:lnTo>
                  <a:lnTo>
                    <a:pt x="949315" y="648437"/>
                  </a:lnTo>
                  <a:lnTo>
                    <a:pt x="961593" y="700471"/>
                  </a:lnTo>
                  <a:lnTo>
                    <a:pt x="984871" y="748817"/>
                  </a:lnTo>
                  <a:lnTo>
                    <a:pt x="1017951" y="779495"/>
                  </a:lnTo>
                  <a:lnTo>
                    <a:pt x="1062530" y="795030"/>
                  </a:lnTo>
                  <a:lnTo>
                    <a:pt x="1111882" y="799420"/>
                  </a:lnTo>
                  <a:lnTo>
                    <a:pt x="1214922" y="799420"/>
                  </a:lnTo>
                  <a:lnTo>
                    <a:pt x="1236724" y="837418"/>
                  </a:lnTo>
                  <a:lnTo>
                    <a:pt x="851959" y="837418"/>
                  </a:lnTo>
                  <a:lnTo>
                    <a:pt x="778142" y="873232"/>
                  </a:lnTo>
                  <a:lnTo>
                    <a:pt x="743257" y="885685"/>
                  </a:lnTo>
                  <a:lnTo>
                    <a:pt x="703357" y="891458"/>
                  </a:lnTo>
                  <a:close/>
                </a:path>
                <a:path w="2660015" h="8018145">
                  <a:moveTo>
                    <a:pt x="1214922" y="799420"/>
                  </a:moveTo>
                  <a:lnTo>
                    <a:pt x="1111882" y="799420"/>
                  </a:lnTo>
                  <a:lnTo>
                    <a:pt x="1159282" y="796662"/>
                  </a:lnTo>
                  <a:lnTo>
                    <a:pt x="1198006" y="790754"/>
                  </a:lnTo>
                  <a:lnTo>
                    <a:pt x="1191063" y="768848"/>
                  </a:lnTo>
                  <a:lnTo>
                    <a:pt x="1185706" y="745114"/>
                  </a:lnTo>
                  <a:lnTo>
                    <a:pt x="1182256" y="719469"/>
                  </a:lnTo>
                  <a:lnTo>
                    <a:pt x="1181035" y="691834"/>
                  </a:lnTo>
                  <a:lnTo>
                    <a:pt x="1138904" y="684447"/>
                  </a:lnTo>
                  <a:lnTo>
                    <a:pt x="1105085" y="664192"/>
                  </a:lnTo>
                  <a:lnTo>
                    <a:pt x="1061781" y="615055"/>
                  </a:lnTo>
                  <a:lnTo>
                    <a:pt x="991192" y="521023"/>
                  </a:lnTo>
                  <a:lnTo>
                    <a:pt x="980491" y="506511"/>
                  </a:lnTo>
                  <a:lnTo>
                    <a:pt x="994140" y="506511"/>
                  </a:lnTo>
                  <a:lnTo>
                    <a:pt x="1001723" y="516763"/>
                  </a:lnTo>
                  <a:lnTo>
                    <a:pt x="1082093" y="611985"/>
                  </a:lnTo>
                  <a:lnTo>
                    <a:pt x="1141711" y="663110"/>
                  </a:lnTo>
                  <a:lnTo>
                    <a:pt x="1178791" y="683782"/>
                  </a:lnTo>
                  <a:lnTo>
                    <a:pt x="1191548" y="687641"/>
                  </a:lnTo>
                  <a:lnTo>
                    <a:pt x="1210010" y="790858"/>
                  </a:lnTo>
                  <a:lnTo>
                    <a:pt x="1214922" y="799420"/>
                  </a:lnTo>
                  <a:close/>
                </a:path>
                <a:path w="2660015" h="8018145">
                  <a:moveTo>
                    <a:pt x="1000650" y="1440718"/>
                  </a:moveTo>
                  <a:lnTo>
                    <a:pt x="748645" y="997712"/>
                  </a:lnTo>
                  <a:lnTo>
                    <a:pt x="819070" y="956659"/>
                  </a:lnTo>
                  <a:lnTo>
                    <a:pt x="848553" y="903336"/>
                  </a:lnTo>
                  <a:lnTo>
                    <a:pt x="853910" y="857128"/>
                  </a:lnTo>
                  <a:lnTo>
                    <a:pt x="851959" y="837418"/>
                  </a:lnTo>
                  <a:lnTo>
                    <a:pt x="1236724" y="837418"/>
                  </a:lnTo>
                  <a:lnTo>
                    <a:pt x="1250626" y="861648"/>
                  </a:lnTo>
                  <a:lnTo>
                    <a:pt x="1291242" y="902383"/>
                  </a:lnTo>
                  <a:lnTo>
                    <a:pt x="1309703" y="915435"/>
                  </a:lnTo>
                  <a:lnTo>
                    <a:pt x="1000650" y="1440718"/>
                  </a:lnTo>
                  <a:close/>
                </a:path>
                <a:path w="2660015" h="8018145">
                  <a:moveTo>
                    <a:pt x="904663" y="1702270"/>
                  </a:moveTo>
                  <a:lnTo>
                    <a:pt x="681154" y="1702270"/>
                  </a:lnTo>
                  <a:lnTo>
                    <a:pt x="810386" y="1577426"/>
                  </a:lnTo>
                  <a:lnTo>
                    <a:pt x="892568" y="1510321"/>
                  </a:lnTo>
                  <a:lnTo>
                    <a:pt x="962894" y="1478013"/>
                  </a:lnTo>
                  <a:lnTo>
                    <a:pt x="1056558" y="1457560"/>
                  </a:lnTo>
                  <a:lnTo>
                    <a:pt x="1106796" y="1451704"/>
                  </a:lnTo>
                  <a:lnTo>
                    <a:pt x="1153768" y="1453561"/>
                  </a:lnTo>
                  <a:lnTo>
                    <a:pt x="1197959" y="1462714"/>
                  </a:lnTo>
                  <a:lnTo>
                    <a:pt x="1239857" y="1478743"/>
                  </a:lnTo>
                  <a:lnTo>
                    <a:pt x="1279948" y="1501231"/>
                  </a:lnTo>
                  <a:lnTo>
                    <a:pt x="1318719" y="1529761"/>
                  </a:lnTo>
                  <a:lnTo>
                    <a:pt x="1356658" y="1563913"/>
                  </a:lnTo>
                  <a:lnTo>
                    <a:pt x="1394250" y="1603270"/>
                  </a:lnTo>
                  <a:lnTo>
                    <a:pt x="1417532" y="1630509"/>
                  </a:lnTo>
                  <a:lnTo>
                    <a:pt x="1170453" y="1630509"/>
                  </a:lnTo>
                  <a:lnTo>
                    <a:pt x="904663" y="1702270"/>
                  </a:lnTo>
                  <a:close/>
                </a:path>
                <a:path w="2660015" h="8018145">
                  <a:moveTo>
                    <a:pt x="1676659" y="2689385"/>
                  </a:moveTo>
                  <a:lnTo>
                    <a:pt x="1170453" y="1630509"/>
                  </a:lnTo>
                  <a:lnTo>
                    <a:pt x="1417532" y="1630509"/>
                  </a:lnTo>
                  <a:lnTo>
                    <a:pt x="1431982" y="1647414"/>
                  </a:lnTo>
                  <a:lnTo>
                    <a:pt x="1552662" y="1795000"/>
                  </a:lnTo>
                  <a:lnTo>
                    <a:pt x="1828553" y="2132562"/>
                  </a:lnTo>
                  <a:lnTo>
                    <a:pt x="1676659" y="2689385"/>
                  </a:lnTo>
                  <a:close/>
                </a:path>
                <a:path w="2660015" h="8018145">
                  <a:moveTo>
                    <a:pt x="478669" y="1930060"/>
                  </a:moveTo>
                  <a:lnTo>
                    <a:pt x="411637" y="1918848"/>
                  </a:lnTo>
                  <a:lnTo>
                    <a:pt x="362631" y="1899132"/>
                  </a:lnTo>
                  <a:lnTo>
                    <a:pt x="324357" y="1876583"/>
                  </a:lnTo>
                  <a:lnTo>
                    <a:pt x="289520" y="1856867"/>
                  </a:lnTo>
                  <a:lnTo>
                    <a:pt x="250826" y="1845655"/>
                  </a:lnTo>
                  <a:lnTo>
                    <a:pt x="228822" y="1841346"/>
                  </a:lnTo>
                  <a:lnTo>
                    <a:pt x="210024" y="1834461"/>
                  </a:lnTo>
                  <a:lnTo>
                    <a:pt x="194272" y="1825815"/>
                  </a:lnTo>
                  <a:lnTo>
                    <a:pt x="181402" y="1816225"/>
                  </a:lnTo>
                  <a:lnTo>
                    <a:pt x="175194" y="1806082"/>
                  </a:lnTo>
                  <a:lnTo>
                    <a:pt x="176111" y="1795000"/>
                  </a:lnTo>
                  <a:lnTo>
                    <a:pt x="182919" y="1786077"/>
                  </a:lnTo>
                  <a:lnTo>
                    <a:pt x="194381" y="1782415"/>
                  </a:lnTo>
                  <a:lnTo>
                    <a:pt x="840167" y="1782415"/>
                  </a:lnTo>
                  <a:lnTo>
                    <a:pt x="851518" y="1786038"/>
                  </a:lnTo>
                  <a:lnTo>
                    <a:pt x="858298" y="1794878"/>
                  </a:lnTo>
                  <a:lnTo>
                    <a:pt x="859275" y="1805888"/>
                  </a:lnTo>
                  <a:lnTo>
                    <a:pt x="853220" y="1816020"/>
                  </a:lnTo>
                  <a:lnTo>
                    <a:pt x="782087" y="1859267"/>
                  </a:lnTo>
                  <a:lnTo>
                    <a:pt x="734328" y="1879418"/>
                  </a:lnTo>
                  <a:lnTo>
                    <a:pt x="681944" y="1897407"/>
                  </a:lnTo>
                  <a:lnTo>
                    <a:pt x="627559" y="1912350"/>
                  </a:lnTo>
                  <a:lnTo>
                    <a:pt x="573801" y="1923363"/>
                  </a:lnTo>
                  <a:lnTo>
                    <a:pt x="523296" y="1929561"/>
                  </a:lnTo>
                  <a:lnTo>
                    <a:pt x="478669" y="1930060"/>
                  </a:lnTo>
                  <a:close/>
                </a:path>
                <a:path w="2660015" h="8018145">
                  <a:moveTo>
                    <a:pt x="600945" y="7173848"/>
                  </a:moveTo>
                  <a:lnTo>
                    <a:pt x="512230" y="6713486"/>
                  </a:lnTo>
                  <a:lnTo>
                    <a:pt x="315159" y="5655128"/>
                  </a:lnTo>
                  <a:lnTo>
                    <a:pt x="113346" y="4482862"/>
                  </a:lnTo>
                  <a:lnTo>
                    <a:pt x="10404" y="3680779"/>
                  </a:lnTo>
                  <a:lnTo>
                    <a:pt x="0" y="3322758"/>
                  </a:lnTo>
                  <a:lnTo>
                    <a:pt x="22019" y="3094435"/>
                  </a:lnTo>
                  <a:lnTo>
                    <a:pt x="99402" y="2897726"/>
                  </a:lnTo>
                  <a:lnTo>
                    <a:pt x="255088" y="2634547"/>
                  </a:lnTo>
                  <a:lnTo>
                    <a:pt x="1714607" y="2887695"/>
                  </a:lnTo>
                  <a:lnTo>
                    <a:pt x="1894546" y="3359145"/>
                  </a:lnTo>
                  <a:lnTo>
                    <a:pt x="2015166" y="3969801"/>
                  </a:lnTo>
                  <a:lnTo>
                    <a:pt x="2033527" y="4153282"/>
                  </a:lnTo>
                  <a:lnTo>
                    <a:pt x="972159" y="4153282"/>
                  </a:lnTo>
                  <a:lnTo>
                    <a:pt x="964409" y="4205845"/>
                  </a:lnTo>
                  <a:lnTo>
                    <a:pt x="957984" y="4259157"/>
                  </a:lnTo>
                  <a:lnTo>
                    <a:pt x="952812" y="4313131"/>
                  </a:lnTo>
                  <a:lnTo>
                    <a:pt x="948823" y="4367681"/>
                  </a:lnTo>
                  <a:lnTo>
                    <a:pt x="945946" y="4422718"/>
                  </a:lnTo>
                  <a:lnTo>
                    <a:pt x="944112" y="4478155"/>
                  </a:lnTo>
                  <a:lnTo>
                    <a:pt x="943250" y="4533904"/>
                  </a:lnTo>
                  <a:lnTo>
                    <a:pt x="943289" y="4589880"/>
                  </a:lnTo>
                  <a:lnTo>
                    <a:pt x="944159" y="4645993"/>
                  </a:lnTo>
                  <a:lnTo>
                    <a:pt x="945789" y="4702157"/>
                  </a:lnTo>
                  <a:lnTo>
                    <a:pt x="948110" y="4758285"/>
                  </a:lnTo>
                  <a:lnTo>
                    <a:pt x="951051" y="4814288"/>
                  </a:lnTo>
                  <a:lnTo>
                    <a:pt x="954541" y="4870080"/>
                  </a:lnTo>
                  <a:lnTo>
                    <a:pt x="958510" y="4925574"/>
                  </a:lnTo>
                  <a:lnTo>
                    <a:pt x="962887" y="4980681"/>
                  </a:lnTo>
                  <a:lnTo>
                    <a:pt x="967602" y="5035316"/>
                  </a:lnTo>
                  <a:lnTo>
                    <a:pt x="972586" y="5089389"/>
                  </a:lnTo>
                  <a:lnTo>
                    <a:pt x="977766" y="5142814"/>
                  </a:lnTo>
                  <a:lnTo>
                    <a:pt x="983073" y="5195504"/>
                  </a:lnTo>
                  <a:lnTo>
                    <a:pt x="988437" y="5247371"/>
                  </a:lnTo>
                  <a:lnTo>
                    <a:pt x="999053" y="5348287"/>
                  </a:lnTo>
                  <a:lnTo>
                    <a:pt x="1004164" y="5397161"/>
                  </a:lnTo>
                  <a:lnTo>
                    <a:pt x="1009049" y="5444864"/>
                  </a:lnTo>
                  <a:lnTo>
                    <a:pt x="1013639" y="5491306"/>
                  </a:lnTo>
                  <a:lnTo>
                    <a:pt x="1017864" y="5536402"/>
                  </a:lnTo>
                  <a:lnTo>
                    <a:pt x="1021651" y="5580063"/>
                  </a:lnTo>
                  <a:lnTo>
                    <a:pt x="1024932" y="5622203"/>
                  </a:lnTo>
                  <a:lnTo>
                    <a:pt x="1027636" y="5662733"/>
                  </a:lnTo>
                  <a:lnTo>
                    <a:pt x="1029692" y="5701568"/>
                  </a:lnTo>
                  <a:lnTo>
                    <a:pt x="1031580" y="5773798"/>
                  </a:lnTo>
                  <a:lnTo>
                    <a:pt x="1031270" y="5807019"/>
                  </a:lnTo>
                  <a:lnTo>
                    <a:pt x="1027163" y="6025395"/>
                  </a:lnTo>
                  <a:lnTo>
                    <a:pt x="1030107" y="6225005"/>
                  </a:lnTo>
                  <a:lnTo>
                    <a:pt x="1043985" y="6519983"/>
                  </a:lnTo>
                  <a:lnTo>
                    <a:pt x="1072677" y="7024464"/>
                  </a:lnTo>
                  <a:lnTo>
                    <a:pt x="600945" y="7173848"/>
                  </a:lnTo>
                  <a:close/>
                </a:path>
                <a:path w="2660015" h="8018145">
                  <a:moveTo>
                    <a:pt x="2659524" y="8017579"/>
                  </a:moveTo>
                  <a:lnTo>
                    <a:pt x="2518208" y="7962746"/>
                  </a:lnTo>
                  <a:lnTo>
                    <a:pt x="2237717" y="7857289"/>
                  </a:lnTo>
                  <a:lnTo>
                    <a:pt x="2182977" y="7835761"/>
                  </a:lnTo>
                  <a:lnTo>
                    <a:pt x="2141087" y="7815067"/>
                  </a:lnTo>
                  <a:lnTo>
                    <a:pt x="2087245" y="7769514"/>
                  </a:lnTo>
                  <a:lnTo>
                    <a:pt x="2058963" y="7707294"/>
                  </a:lnTo>
                  <a:lnTo>
                    <a:pt x="2049023" y="7665767"/>
                  </a:lnTo>
                  <a:lnTo>
                    <a:pt x="2039013" y="7615073"/>
                  </a:lnTo>
                  <a:lnTo>
                    <a:pt x="2026779" y="7553545"/>
                  </a:lnTo>
                  <a:lnTo>
                    <a:pt x="2015156" y="7498567"/>
                  </a:lnTo>
                  <a:lnTo>
                    <a:pt x="2002742" y="7441199"/>
                  </a:lnTo>
                  <a:lnTo>
                    <a:pt x="1989913" y="7382943"/>
                  </a:lnTo>
                  <a:lnTo>
                    <a:pt x="1977044" y="7325301"/>
                  </a:lnTo>
                  <a:lnTo>
                    <a:pt x="1964511" y="7269778"/>
                  </a:lnTo>
                  <a:lnTo>
                    <a:pt x="1952688" y="7217875"/>
                  </a:lnTo>
                  <a:lnTo>
                    <a:pt x="1941951" y="7171095"/>
                  </a:lnTo>
                  <a:lnTo>
                    <a:pt x="1932675" y="7130942"/>
                  </a:lnTo>
                  <a:lnTo>
                    <a:pt x="1920007" y="7076525"/>
                  </a:lnTo>
                  <a:lnTo>
                    <a:pt x="1756798" y="7005157"/>
                  </a:lnTo>
                  <a:lnTo>
                    <a:pt x="972159" y="4153282"/>
                  </a:lnTo>
                  <a:lnTo>
                    <a:pt x="2033527" y="4153282"/>
                  </a:lnTo>
                  <a:lnTo>
                    <a:pt x="2131046" y="5127817"/>
                  </a:lnTo>
                  <a:lnTo>
                    <a:pt x="2296760" y="7241349"/>
                  </a:lnTo>
                  <a:lnTo>
                    <a:pt x="2301117" y="7272199"/>
                  </a:lnTo>
                  <a:lnTo>
                    <a:pt x="2312599" y="7355259"/>
                  </a:lnTo>
                  <a:lnTo>
                    <a:pt x="2328822" y="7476287"/>
                  </a:lnTo>
                  <a:lnTo>
                    <a:pt x="2347403" y="7621045"/>
                  </a:lnTo>
                  <a:lnTo>
                    <a:pt x="2366514" y="7741148"/>
                  </a:lnTo>
                  <a:lnTo>
                    <a:pt x="2405397" y="7822488"/>
                  </a:lnTo>
                  <a:lnTo>
                    <a:pt x="2493313" y="7902240"/>
                  </a:lnTo>
                  <a:lnTo>
                    <a:pt x="2659524" y="8017579"/>
                  </a:lnTo>
                  <a:close/>
                </a:path>
                <a:path w="2660015" h="8018145">
                  <a:moveTo>
                    <a:pt x="250826" y="7933241"/>
                  </a:moveTo>
                  <a:lnTo>
                    <a:pt x="319447" y="7882025"/>
                  </a:lnTo>
                  <a:lnTo>
                    <a:pt x="467562" y="7756057"/>
                  </a:lnTo>
                  <a:lnTo>
                    <a:pt x="608551" y="7596862"/>
                  </a:lnTo>
                  <a:lnTo>
                    <a:pt x="655793" y="7445963"/>
                  </a:lnTo>
                  <a:lnTo>
                    <a:pt x="633594" y="7342039"/>
                  </a:lnTo>
                  <a:lnTo>
                    <a:pt x="620481" y="7279052"/>
                  </a:lnTo>
                  <a:lnTo>
                    <a:pt x="611312" y="7231492"/>
                  </a:lnTo>
                  <a:lnTo>
                    <a:pt x="600945" y="7173848"/>
                  </a:lnTo>
                  <a:lnTo>
                    <a:pt x="953261" y="7063148"/>
                  </a:lnTo>
                  <a:lnTo>
                    <a:pt x="915245" y="7591547"/>
                  </a:lnTo>
                  <a:lnTo>
                    <a:pt x="898640" y="7669854"/>
                  </a:lnTo>
                  <a:lnTo>
                    <a:pt x="869870" y="7727705"/>
                  </a:lnTo>
                  <a:lnTo>
                    <a:pt x="820333" y="7762437"/>
                  </a:lnTo>
                  <a:lnTo>
                    <a:pt x="765158" y="7775736"/>
                  </a:lnTo>
                  <a:lnTo>
                    <a:pt x="687443" y="7797961"/>
                  </a:lnTo>
                  <a:lnTo>
                    <a:pt x="250826" y="7933241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94823" y="1734247"/>
              <a:ext cx="2005964" cy="1322705"/>
            </a:xfrm>
            <a:custGeom>
              <a:avLst/>
              <a:gdLst/>
              <a:ahLst/>
              <a:cxnLst/>
              <a:rect l="l" t="t" r="r" b="b"/>
              <a:pathLst>
                <a:path w="2005965" h="1322705">
                  <a:moveTo>
                    <a:pt x="1456584" y="73824"/>
                  </a:moveTo>
                  <a:lnTo>
                    <a:pt x="1441407" y="73824"/>
                  </a:lnTo>
                  <a:lnTo>
                    <a:pt x="1435284" y="67699"/>
                  </a:lnTo>
                  <a:lnTo>
                    <a:pt x="1435284" y="52522"/>
                  </a:lnTo>
                  <a:lnTo>
                    <a:pt x="1441407" y="46398"/>
                  </a:lnTo>
                  <a:lnTo>
                    <a:pt x="1456584" y="46398"/>
                  </a:lnTo>
                  <a:lnTo>
                    <a:pt x="1462707" y="52522"/>
                  </a:lnTo>
                  <a:lnTo>
                    <a:pt x="1462707" y="67699"/>
                  </a:lnTo>
                  <a:lnTo>
                    <a:pt x="1456584" y="73824"/>
                  </a:lnTo>
                  <a:close/>
                </a:path>
                <a:path w="2005965" h="1322705">
                  <a:moveTo>
                    <a:pt x="1645355" y="27426"/>
                  </a:moveTo>
                  <a:lnTo>
                    <a:pt x="1630179" y="27426"/>
                  </a:lnTo>
                  <a:lnTo>
                    <a:pt x="1624055" y="21301"/>
                  </a:lnTo>
                  <a:lnTo>
                    <a:pt x="1624055" y="6124"/>
                  </a:lnTo>
                  <a:lnTo>
                    <a:pt x="1630179" y="0"/>
                  </a:lnTo>
                  <a:lnTo>
                    <a:pt x="1645355" y="0"/>
                  </a:lnTo>
                  <a:lnTo>
                    <a:pt x="1651479" y="6124"/>
                  </a:lnTo>
                  <a:lnTo>
                    <a:pt x="1651479" y="21301"/>
                  </a:lnTo>
                  <a:lnTo>
                    <a:pt x="1645355" y="27426"/>
                  </a:lnTo>
                  <a:close/>
                </a:path>
                <a:path w="2005965" h="1322705">
                  <a:moveTo>
                    <a:pt x="2003729" y="1322568"/>
                  </a:moveTo>
                  <a:lnTo>
                    <a:pt x="360635" y="1322568"/>
                  </a:lnTo>
                  <a:lnTo>
                    <a:pt x="0" y="628598"/>
                  </a:lnTo>
                  <a:lnTo>
                    <a:pt x="1115719" y="628598"/>
                  </a:lnTo>
                  <a:lnTo>
                    <a:pt x="1406795" y="1252937"/>
                  </a:lnTo>
                  <a:lnTo>
                    <a:pt x="1953546" y="1252937"/>
                  </a:lnTo>
                  <a:lnTo>
                    <a:pt x="1978207" y="1258995"/>
                  </a:lnTo>
                  <a:lnTo>
                    <a:pt x="1996434" y="1274895"/>
                  </a:lnTo>
                  <a:lnTo>
                    <a:pt x="2005763" y="1297223"/>
                  </a:lnTo>
                  <a:lnTo>
                    <a:pt x="2003729" y="1322568"/>
                  </a:lnTo>
                  <a:close/>
                </a:path>
              </a:pathLst>
            </a:custGeom>
            <a:solidFill>
              <a:srgbClr val="242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78153" y="1260154"/>
              <a:ext cx="2677673" cy="80390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62866" y="4743023"/>
              <a:ext cx="1539240" cy="1539240"/>
            </a:xfrm>
            <a:custGeom>
              <a:avLst/>
              <a:gdLst/>
              <a:ahLst/>
              <a:cxnLst/>
              <a:rect l="l" t="t" r="r" b="b"/>
              <a:pathLst>
                <a:path w="1539240" h="1539239">
                  <a:moveTo>
                    <a:pt x="769345" y="1538691"/>
                  </a:moveTo>
                  <a:lnTo>
                    <a:pt x="712754" y="1536607"/>
                  </a:lnTo>
                  <a:lnTo>
                    <a:pt x="656458" y="1530365"/>
                  </a:lnTo>
                  <a:lnTo>
                    <a:pt x="600774" y="1519996"/>
                  </a:lnTo>
                  <a:lnTo>
                    <a:pt x="546016" y="1505563"/>
                  </a:lnTo>
                  <a:lnTo>
                    <a:pt x="492467" y="1487141"/>
                  </a:lnTo>
                  <a:lnTo>
                    <a:pt x="440408" y="1464825"/>
                  </a:lnTo>
                  <a:lnTo>
                    <a:pt x="390131" y="1438740"/>
                  </a:lnTo>
                  <a:lnTo>
                    <a:pt x="341918" y="1409031"/>
                  </a:lnTo>
                  <a:lnTo>
                    <a:pt x="296024" y="1375860"/>
                  </a:lnTo>
                  <a:lnTo>
                    <a:pt x="252684" y="1339393"/>
                  </a:lnTo>
                  <a:lnTo>
                    <a:pt x="212145" y="1299837"/>
                  </a:lnTo>
                  <a:lnTo>
                    <a:pt x="174633" y="1257412"/>
                  </a:lnTo>
                  <a:lnTo>
                    <a:pt x="140343" y="1212345"/>
                  </a:lnTo>
                  <a:lnTo>
                    <a:pt x="109455" y="1164868"/>
                  </a:lnTo>
                  <a:lnTo>
                    <a:pt x="82144" y="1115246"/>
                  </a:lnTo>
                  <a:lnTo>
                    <a:pt x="58562" y="1063761"/>
                  </a:lnTo>
                  <a:lnTo>
                    <a:pt x="38831" y="1010679"/>
                  </a:lnTo>
                  <a:lnTo>
                    <a:pt x="23055" y="956281"/>
                  </a:lnTo>
                  <a:lnTo>
                    <a:pt x="11325" y="900869"/>
                  </a:lnTo>
                  <a:lnTo>
                    <a:pt x="3704" y="844753"/>
                  </a:lnTo>
                  <a:lnTo>
                    <a:pt x="231" y="788232"/>
                  </a:lnTo>
                  <a:lnTo>
                    <a:pt x="0" y="769345"/>
                  </a:lnTo>
                  <a:lnTo>
                    <a:pt x="231" y="750458"/>
                  </a:lnTo>
                  <a:lnTo>
                    <a:pt x="3704" y="693937"/>
                  </a:lnTo>
                  <a:lnTo>
                    <a:pt x="11325" y="637821"/>
                  </a:lnTo>
                  <a:lnTo>
                    <a:pt x="23055" y="582409"/>
                  </a:lnTo>
                  <a:lnTo>
                    <a:pt x="38831" y="528011"/>
                  </a:lnTo>
                  <a:lnTo>
                    <a:pt x="58562" y="474929"/>
                  </a:lnTo>
                  <a:lnTo>
                    <a:pt x="82144" y="423444"/>
                  </a:lnTo>
                  <a:lnTo>
                    <a:pt x="109455" y="373822"/>
                  </a:lnTo>
                  <a:lnTo>
                    <a:pt x="140343" y="326345"/>
                  </a:lnTo>
                  <a:lnTo>
                    <a:pt x="174633" y="281278"/>
                  </a:lnTo>
                  <a:lnTo>
                    <a:pt x="212145" y="238854"/>
                  </a:lnTo>
                  <a:lnTo>
                    <a:pt x="252684" y="199297"/>
                  </a:lnTo>
                  <a:lnTo>
                    <a:pt x="296024" y="162831"/>
                  </a:lnTo>
                  <a:lnTo>
                    <a:pt x="341918" y="129658"/>
                  </a:lnTo>
                  <a:lnTo>
                    <a:pt x="390131" y="99950"/>
                  </a:lnTo>
                  <a:lnTo>
                    <a:pt x="440408" y="73864"/>
                  </a:lnTo>
                  <a:lnTo>
                    <a:pt x="492467" y="51549"/>
                  </a:lnTo>
                  <a:lnTo>
                    <a:pt x="546016" y="33127"/>
                  </a:lnTo>
                  <a:lnTo>
                    <a:pt x="600774" y="18694"/>
                  </a:lnTo>
                  <a:lnTo>
                    <a:pt x="656458" y="8326"/>
                  </a:lnTo>
                  <a:lnTo>
                    <a:pt x="712754" y="2083"/>
                  </a:lnTo>
                  <a:lnTo>
                    <a:pt x="769345" y="0"/>
                  </a:lnTo>
                  <a:lnTo>
                    <a:pt x="788232" y="231"/>
                  </a:lnTo>
                  <a:lnTo>
                    <a:pt x="844753" y="3704"/>
                  </a:lnTo>
                  <a:lnTo>
                    <a:pt x="900869" y="11325"/>
                  </a:lnTo>
                  <a:lnTo>
                    <a:pt x="956281" y="23055"/>
                  </a:lnTo>
                  <a:lnTo>
                    <a:pt x="1010679" y="38831"/>
                  </a:lnTo>
                  <a:lnTo>
                    <a:pt x="1063761" y="58562"/>
                  </a:lnTo>
                  <a:lnTo>
                    <a:pt x="1115246" y="82144"/>
                  </a:lnTo>
                  <a:lnTo>
                    <a:pt x="1164868" y="109455"/>
                  </a:lnTo>
                  <a:lnTo>
                    <a:pt x="1212345" y="140343"/>
                  </a:lnTo>
                  <a:lnTo>
                    <a:pt x="1257412" y="174633"/>
                  </a:lnTo>
                  <a:lnTo>
                    <a:pt x="1299837" y="212145"/>
                  </a:lnTo>
                  <a:lnTo>
                    <a:pt x="1339393" y="252684"/>
                  </a:lnTo>
                  <a:lnTo>
                    <a:pt x="1375860" y="296024"/>
                  </a:lnTo>
                  <a:lnTo>
                    <a:pt x="1409031" y="341918"/>
                  </a:lnTo>
                  <a:lnTo>
                    <a:pt x="1438740" y="390131"/>
                  </a:lnTo>
                  <a:lnTo>
                    <a:pt x="1464825" y="440408"/>
                  </a:lnTo>
                  <a:lnTo>
                    <a:pt x="1487141" y="492467"/>
                  </a:lnTo>
                  <a:lnTo>
                    <a:pt x="1505563" y="546016"/>
                  </a:lnTo>
                  <a:lnTo>
                    <a:pt x="1519996" y="600774"/>
                  </a:lnTo>
                  <a:lnTo>
                    <a:pt x="1530365" y="656458"/>
                  </a:lnTo>
                  <a:lnTo>
                    <a:pt x="1536607" y="712754"/>
                  </a:lnTo>
                  <a:lnTo>
                    <a:pt x="1538691" y="769345"/>
                  </a:lnTo>
                  <a:lnTo>
                    <a:pt x="1538459" y="788232"/>
                  </a:lnTo>
                  <a:lnTo>
                    <a:pt x="1534986" y="844753"/>
                  </a:lnTo>
                  <a:lnTo>
                    <a:pt x="1527366" y="900869"/>
                  </a:lnTo>
                  <a:lnTo>
                    <a:pt x="1515635" y="956281"/>
                  </a:lnTo>
                  <a:lnTo>
                    <a:pt x="1499858" y="1010679"/>
                  </a:lnTo>
                  <a:lnTo>
                    <a:pt x="1480128" y="1063761"/>
                  </a:lnTo>
                  <a:lnTo>
                    <a:pt x="1456546" y="1115246"/>
                  </a:lnTo>
                  <a:lnTo>
                    <a:pt x="1429235" y="1164868"/>
                  </a:lnTo>
                  <a:lnTo>
                    <a:pt x="1398346" y="1212345"/>
                  </a:lnTo>
                  <a:lnTo>
                    <a:pt x="1364059" y="1257412"/>
                  </a:lnTo>
                  <a:lnTo>
                    <a:pt x="1326545" y="1299837"/>
                  </a:lnTo>
                  <a:lnTo>
                    <a:pt x="1286007" y="1339393"/>
                  </a:lnTo>
                  <a:lnTo>
                    <a:pt x="1242666" y="1375860"/>
                  </a:lnTo>
                  <a:lnTo>
                    <a:pt x="1196772" y="1409031"/>
                  </a:lnTo>
                  <a:lnTo>
                    <a:pt x="1148559" y="1438740"/>
                  </a:lnTo>
                  <a:lnTo>
                    <a:pt x="1098282" y="1464825"/>
                  </a:lnTo>
                  <a:lnTo>
                    <a:pt x="1046223" y="1487141"/>
                  </a:lnTo>
                  <a:lnTo>
                    <a:pt x="992674" y="1505563"/>
                  </a:lnTo>
                  <a:lnTo>
                    <a:pt x="937916" y="1519996"/>
                  </a:lnTo>
                  <a:lnTo>
                    <a:pt x="882232" y="1530365"/>
                  </a:lnTo>
                  <a:lnTo>
                    <a:pt x="825936" y="1536607"/>
                  </a:lnTo>
                  <a:lnTo>
                    <a:pt x="769345" y="1538691"/>
                  </a:lnTo>
                  <a:close/>
                </a:path>
              </a:pathLst>
            </a:custGeom>
            <a:solidFill>
              <a:srgbClr val="2ED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44000" y="3965278"/>
              <a:ext cx="777875" cy="777875"/>
            </a:xfrm>
            <a:custGeom>
              <a:avLst/>
              <a:gdLst/>
              <a:ahLst/>
              <a:cxnLst/>
              <a:rect l="l" t="t" r="r" b="b"/>
              <a:pathLst>
                <a:path w="777875" h="777875">
                  <a:moveTo>
                    <a:pt x="388878" y="777756"/>
                  </a:moveTo>
                  <a:lnTo>
                    <a:pt x="350762" y="775883"/>
                  </a:lnTo>
                  <a:lnTo>
                    <a:pt x="313011" y="770283"/>
                  </a:lnTo>
                  <a:lnTo>
                    <a:pt x="275993" y="761011"/>
                  </a:lnTo>
                  <a:lnTo>
                    <a:pt x="240060" y="748155"/>
                  </a:lnTo>
                  <a:lnTo>
                    <a:pt x="205562" y="731837"/>
                  </a:lnTo>
                  <a:lnTo>
                    <a:pt x="172828" y="712218"/>
                  </a:lnTo>
                  <a:lnTo>
                    <a:pt x="142176" y="689485"/>
                  </a:lnTo>
                  <a:lnTo>
                    <a:pt x="113899" y="663857"/>
                  </a:lnTo>
                  <a:lnTo>
                    <a:pt x="88271" y="635579"/>
                  </a:lnTo>
                  <a:lnTo>
                    <a:pt x="65537" y="604928"/>
                  </a:lnTo>
                  <a:lnTo>
                    <a:pt x="45918" y="572194"/>
                  </a:lnTo>
                  <a:lnTo>
                    <a:pt x="29601" y="537695"/>
                  </a:lnTo>
                  <a:lnTo>
                    <a:pt x="16744" y="501763"/>
                  </a:lnTo>
                  <a:lnTo>
                    <a:pt x="7472" y="464745"/>
                  </a:lnTo>
                  <a:lnTo>
                    <a:pt x="1872" y="426994"/>
                  </a:lnTo>
                  <a:lnTo>
                    <a:pt x="0" y="388878"/>
                  </a:lnTo>
                  <a:lnTo>
                    <a:pt x="117" y="379331"/>
                  </a:lnTo>
                  <a:lnTo>
                    <a:pt x="2924" y="341272"/>
                  </a:lnTo>
                  <a:lnTo>
                    <a:pt x="9449" y="303671"/>
                  </a:lnTo>
                  <a:lnTo>
                    <a:pt x="19628" y="266891"/>
                  </a:lnTo>
                  <a:lnTo>
                    <a:pt x="33362" y="231286"/>
                  </a:lnTo>
                  <a:lnTo>
                    <a:pt x="50521" y="197198"/>
                  </a:lnTo>
                  <a:lnTo>
                    <a:pt x="70938" y="164956"/>
                  </a:lnTo>
                  <a:lnTo>
                    <a:pt x="94417" y="134871"/>
                  </a:lnTo>
                  <a:lnTo>
                    <a:pt x="120732" y="107232"/>
                  </a:lnTo>
                  <a:lnTo>
                    <a:pt x="149630" y="82305"/>
                  </a:lnTo>
                  <a:lnTo>
                    <a:pt x="180831" y="60331"/>
                  </a:lnTo>
                  <a:lnTo>
                    <a:pt x="214037" y="41521"/>
                  </a:lnTo>
                  <a:lnTo>
                    <a:pt x="248925" y="26056"/>
                  </a:lnTo>
                  <a:lnTo>
                    <a:pt x="285162" y="14085"/>
                  </a:lnTo>
                  <a:lnTo>
                    <a:pt x="322397" y="5724"/>
                  </a:lnTo>
                  <a:lnTo>
                    <a:pt x="360273" y="1053"/>
                  </a:lnTo>
                  <a:lnTo>
                    <a:pt x="388878" y="0"/>
                  </a:lnTo>
                  <a:lnTo>
                    <a:pt x="398424" y="117"/>
                  </a:lnTo>
                  <a:lnTo>
                    <a:pt x="436484" y="2924"/>
                  </a:lnTo>
                  <a:lnTo>
                    <a:pt x="474085" y="9449"/>
                  </a:lnTo>
                  <a:lnTo>
                    <a:pt x="510864" y="19628"/>
                  </a:lnTo>
                  <a:lnTo>
                    <a:pt x="546470" y="33362"/>
                  </a:lnTo>
                  <a:lnTo>
                    <a:pt x="580558" y="50521"/>
                  </a:lnTo>
                  <a:lnTo>
                    <a:pt x="612800" y="70938"/>
                  </a:lnTo>
                  <a:lnTo>
                    <a:pt x="642885" y="94417"/>
                  </a:lnTo>
                  <a:lnTo>
                    <a:pt x="670524" y="120732"/>
                  </a:lnTo>
                  <a:lnTo>
                    <a:pt x="695451" y="149630"/>
                  </a:lnTo>
                  <a:lnTo>
                    <a:pt x="717424" y="180831"/>
                  </a:lnTo>
                  <a:lnTo>
                    <a:pt x="736234" y="214037"/>
                  </a:lnTo>
                  <a:lnTo>
                    <a:pt x="751700" y="248925"/>
                  </a:lnTo>
                  <a:lnTo>
                    <a:pt x="763670" y="285162"/>
                  </a:lnTo>
                  <a:lnTo>
                    <a:pt x="772032" y="322397"/>
                  </a:lnTo>
                  <a:lnTo>
                    <a:pt x="776703" y="360273"/>
                  </a:lnTo>
                  <a:lnTo>
                    <a:pt x="777756" y="388878"/>
                  </a:lnTo>
                  <a:lnTo>
                    <a:pt x="777639" y="398424"/>
                  </a:lnTo>
                  <a:lnTo>
                    <a:pt x="774832" y="436484"/>
                  </a:lnTo>
                  <a:lnTo>
                    <a:pt x="768307" y="474085"/>
                  </a:lnTo>
                  <a:lnTo>
                    <a:pt x="758128" y="510864"/>
                  </a:lnTo>
                  <a:lnTo>
                    <a:pt x="744393" y="546470"/>
                  </a:lnTo>
                  <a:lnTo>
                    <a:pt x="727234" y="580558"/>
                  </a:lnTo>
                  <a:lnTo>
                    <a:pt x="706817" y="612800"/>
                  </a:lnTo>
                  <a:lnTo>
                    <a:pt x="683338" y="642885"/>
                  </a:lnTo>
                  <a:lnTo>
                    <a:pt x="657023" y="670524"/>
                  </a:lnTo>
                  <a:lnTo>
                    <a:pt x="628126" y="695451"/>
                  </a:lnTo>
                  <a:lnTo>
                    <a:pt x="596925" y="717424"/>
                  </a:lnTo>
                  <a:lnTo>
                    <a:pt x="563719" y="736234"/>
                  </a:lnTo>
                  <a:lnTo>
                    <a:pt x="528830" y="751700"/>
                  </a:lnTo>
                  <a:lnTo>
                    <a:pt x="492594" y="763670"/>
                  </a:lnTo>
                  <a:lnTo>
                    <a:pt x="455359" y="772032"/>
                  </a:lnTo>
                  <a:lnTo>
                    <a:pt x="417483" y="776703"/>
                  </a:lnTo>
                  <a:lnTo>
                    <a:pt x="388878" y="777756"/>
                  </a:lnTo>
                  <a:close/>
                </a:path>
              </a:pathLst>
            </a:custGeom>
            <a:solidFill>
              <a:srgbClr val="242625">
                <a:alpha val="47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63585" y="7088877"/>
              <a:ext cx="2059939" cy="2060575"/>
            </a:xfrm>
            <a:custGeom>
              <a:avLst/>
              <a:gdLst/>
              <a:ahLst/>
              <a:cxnLst/>
              <a:rect l="l" t="t" r="r" b="b"/>
              <a:pathLst>
                <a:path w="2059940" h="2060575">
                  <a:moveTo>
                    <a:pt x="33466" y="231479"/>
                  </a:moveTo>
                  <a:lnTo>
                    <a:pt x="33466" y="192899"/>
                  </a:lnTo>
                  <a:lnTo>
                    <a:pt x="63454" y="186811"/>
                  </a:lnTo>
                  <a:lnTo>
                    <a:pt x="88011" y="170234"/>
                  </a:lnTo>
                  <a:lnTo>
                    <a:pt x="104604" y="145699"/>
                  </a:lnTo>
                  <a:lnTo>
                    <a:pt x="110698" y="115739"/>
                  </a:lnTo>
                  <a:lnTo>
                    <a:pt x="104604" y="85780"/>
                  </a:lnTo>
                  <a:lnTo>
                    <a:pt x="88011" y="61245"/>
                  </a:lnTo>
                  <a:lnTo>
                    <a:pt x="63454" y="44668"/>
                  </a:lnTo>
                  <a:lnTo>
                    <a:pt x="33466" y="38579"/>
                  </a:lnTo>
                  <a:lnTo>
                    <a:pt x="33466" y="0"/>
                  </a:lnTo>
                  <a:lnTo>
                    <a:pt x="78719" y="9042"/>
                  </a:lnTo>
                  <a:lnTo>
                    <a:pt x="115525" y="33757"/>
                  </a:lnTo>
                  <a:lnTo>
                    <a:pt x="140263" y="70529"/>
                  </a:lnTo>
                  <a:lnTo>
                    <a:pt x="149313" y="115739"/>
                  </a:lnTo>
                  <a:lnTo>
                    <a:pt x="140263" y="160950"/>
                  </a:lnTo>
                  <a:lnTo>
                    <a:pt x="115525" y="197722"/>
                  </a:lnTo>
                  <a:lnTo>
                    <a:pt x="78719" y="222437"/>
                  </a:lnTo>
                  <a:lnTo>
                    <a:pt x="33466" y="231479"/>
                  </a:lnTo>
                  <a:close/>
                </a:path>
                <a:path w="2059940" h="2060575">
                  <a:moveTo>
                    <a:pt x="2059501" y="133743"/>
                  </a:moveTo>
                  <a:lnTo>
                    <a:pt x="1827807" y="133743"/>
                  </a:lnTo>
                  <a:lnTo>
                    <a:pt x="1827807" y="95163"/>
                  </a:lnTo>
                  <a:lnTo>
                    <a:pt x="2059501" y="95163"/>
                  </a:lnTo>
                  <a:lnTo>
                    <a:pt x="2059501" y="133743"/>
                  </a:lnTo>
                  <a:close/>
                </a:path>
                <a:path w="2059940" h="2060575">
                  <a:moveTo>
                    <a:pt x="163472" y="2060171"/>
                  </a:moveTo>
                  <a:lnTo>
                    <a:pt x="0" y="1895563"/>
                  </a:lnTo>
                  <a:lnTo>
                    <a:pt x="27030" y="1868557"/>
                  </a:lnTo>
                  <a:lnTo>
                    <a:pt x="190503" y="2031879"/>
                  </a:lnTo>
                  <a:lnTo>
                    <a:pt x="163472" y="2060171"/>
                  </a:lnTo>
                  <a:close/>
                </a:path>
                <a:path w="2059940" h="2060575">
                  <a:moveTo>
                    <a:pt x="1883157" y="1158685"/>
                  </a:moveTo>
                  <a:lnTo>
                    <a:pt x="1883157" y="1120105"/>
                  </a:lnTo>
                  <a:lnTo>
                    <a:pt x="1913144" y="1114017"/>
                  </a:lnTo>
                  <a:lnTo>
                    <a:pt x="1937701" y="1097440"/>
                  </a:lnTo>
                  <a:lnTo>
                    <a:pt x="1954294" y="1072905"/>
                  </a:lnTo>
                  <a:lnTo>
                    <a:pt x="1960388" y="1042945"/>
                  </a:lnTo>
                  <a:lnTo>
                    <a:pt x="1954294" y="1012986"/>
                  </a:lnTo>
                  <a:lnTo>
                    <a:pt x="1937701" y="988451"/>
                  </a:lnTo>
                  <a:lnTo>
                    <a:pt x="1913144" y="971874"/>
                  </a:lnTo>
                  <a:lnTo>
                    <a:pt x="1883157" y="965785"/>
                  </a:lnTo>
                  <a:lnTo>
                    <a:pt x="1883157" y="927205"/>
                  </a:lnTo>
                  <a:lnTo>
                    <a:pt x="1928409" y="936248"/>
                  </a:lnTo>
                  <a:lnTo>
                    <a:pt x="1965215" y="960963"/>
                  </a:lnTo>
                  <a:lnTo>
                    <a:pt x="1989953" y="997735"/>
                  </a:lnTo>
                  <a:lnTo>
                    <a:pt x="1999004" y="1042945"/>
                  </a:lnTo>
                  <a:lnTo>
                    <a:pt x="1989953" y="1087614"/>
                  </a:lnTo>
                  <a:lnTo>
                    <a:pt x="1965215" y="1124446"/>
                  </a:lnTo>
                  <a:lnTo>
                    <a:pt x="1928409" y="1149462"/>
                  </a:lnTo>
                  <a:lnTo>
                    <a:pt x="1883157" y="1158685"/>
                  </a:lnTo>
                  <a:close/>
                </a:path>
                <a:path w="2059940" h="2060575">
                  <a:moveTo>
                    <a:pt x="1034899" y="1156113"/>
                  </a:moveTo>
                  <a:lnTo>
                    <a:pt x="996284" y="1156113"/>
                  </a:lnTo>
                  <a:lnTo>
                    <a:pt x="996284" y="924633"/>
                  </a:lnTo>
                  <a:lnTo>
                    <a:pt x="1034899" y="924633"/>
                  </a:lnTo>
                  <a:lnTo>
                    <a:pt x="1034899" y="1156113"/>
                  </a:lnTo>
                  <a:close/>
                </a:path>
                <a:path w="2059940" h="2060575">
                  <a:moveTo>
                    <a:pt x="2058214" y="1986869"/>
                  </a:moveTo>
                  <a:lnTo>
                    <a:pt x="1826520" y="1986869"/>
                  </a:lnTo>
                  <a:lnTo>
                    <a:pt x="1826520" y="1948289"/>
                  </a:lnTo>
                  <a:lnTo>
                    <a:pt x="2058214" y="1948289"/>
                  </a:lnTo>
                  <a:lnTo>
                    <a:pt x="2058214" y="1986869"/>
                  </a:lnTo>
                  <a:close/>
                </a:path>
              </a:pathLst>
            </a:custGeom>
            <a:solidFill>
              <a:srgbClr val="37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62298" y="7088877"/>
              <a:ext cx="1132840" cy="2025650"/>
            </a:xfrm>
            <a:custGeom>
              <a:avLst/>
              <a:gdLst/>
              <a:ahLst/>
              <a:cxnLst/>
              <a:rect l="l" t="t" r="r" b="b"/>
              <a:pathLst>
                <a:path w="1132840" h="2025650">
                  <a:moveTo>
                    <a:pt x="1036186" y="231479"/>
                  </a:moveTo>
                  <a:lnTo>
                    <a:pt x="997571" y="231479"/>
                  </a:lnTo>
                  <a:lnTo>
                    <a:pt x="997571" y="0"/>
                  </a:lnTo>
                  <a:lnTo>
                    <a:pt x="1036186" y="0"/>
                  </a:lnTo>
                  <a:lnTo>
                    <a:pt x="1036186" y="231479"/>
                  </a:lnTo>
                  <a:close/>
                </a:path>
                <a:path w="1132840" h="2025650">
                  <a:moveTo>
                    <a:pt x="27030" y="1141967"/>
                  </a:moveTo>
                  <a:lnTo>
                    <a:pt x="0" y="1114961"/>
                  </a:lnTo>
                  <a:lnTo>
                    <a:pt x="163472" y="951639"/>
                  </a:lnTo>
                  <a:lnTo>
                    <a:pt x="190503" y="978645"/>
                  </a:lnTo>
                  <a:lnTo>
                    <a:pt x="27030" y="1141967"/>
                  </a:lnTo>
                  <a:close/>
                </a:path>
                <a:path w="1132840" h="2025650">
                  <a:moveTo>
                    <a:pt x="1016879" y="2025449"/>
                  </a:moveTo>
                  <a:lnTo>
                    <a:pt x="972169" y="2016407"/>
                  </a:lnTo>
                  <a:lnTo>
                    <a:pt x="935303" y="1991692"/>
                  </a:lnTo>
                  <a:lnTo>
                    <a:pt x="910263" y="1954920"/>
                  </a:lnTo>
                  <a:lnTo>
                    <a:pt x="901032" y="1909709"/>
                  </a:lnTo>
                  <a:lnTo>
                    <a:pt x="939647" y="1909709"/>
                  </a:lnTo>
                  <a:lnTo>
                    <a:pt x="945741" y="1939669"/>
                  </a:lnTo>
                  <a:lnTo>
                    <a:pt x="962334" y="1964204"/>
                  </a:lnTo>
                  <a:lnTo>
                    <a:pt x="986891" y="1980781"/>
                  </a:lnTo>
                  <a:lnTo>
                    <a:pt x="1016879" y="1986869"/>
                  </a:lnTo>
                  <a:lnTo>
                    <a:pt x="1102181" y="1986869"/>
                  </a:lnTo>
                  <a:lnTo>
                    <a:pt x="1098937" y="1991692"/>
                  </a:lnTo>
                  <a:lnTo>
                    <a:pt x="1062131" y="2016407"/>
                  </a:lnTo>
                  <a:lnTo>
                    <a:pt x="1016879" y="2025449"/>
                  </a:lnTo>
                  <a:close/>
                </a:path>
                <a:path w="1132840" h="2025650">
                  <a:moveTo>
                    <a:pt x="1102181" y="1986869"/>
                  </a:moveTo>
                  <a:lnTo>
                    <a:pt x="1016879" y="1986869"/>
                  </a:lnTo>
                  <a:lnTo>
                    <a:pt x="1046866" y="1980781"/>
                  </a:lnTo>
                  <a:lnTo>
                    <a:pt x="1071423" y="1964204"/>
                  </a:lnTo>
                  <a:lnTo>
                    <a:pt x="1088016" y="1939669"/>
                  </a:lnTo>
                  <a:lnTo>
                    <a:pt x="1094110" y="1909709"/>
                  </a:lnTo>
                  <a:lnTo>
                    <a:pt x="1132726" y="1909709"/>
                  </a:lnTo>
                  <a:lnTo>
                    <a:pt x="1123675" y="1954920"/>
                  </a:lnTo>
                  <a:lnTo>
                    <a:pt x="1102181" y="1986869"/>
                  </a:lnTo>
                  <a:close/>
                </a:path>
              </a:pathLst>
            </a:custGeom>
            <a:solidFill>
              <a:srgbClr val="2ED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16000" y="2062107"/>
            <a:ext cx="7001509" cy="777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4000" spc="-55" dirty="0">
                <a:latin typeface="Noto Sans"/>
                <a:cs typeface="Noto Sans"/>
              </a:rPr>
              <a:t>Google </a:t>
            </a:r>
            <a:r>
              <a:rPr sz="4000" spc="-25" dirty="0">
                <a:latin typeface="Noto Sans"/>
                <a:cs typeface="Noto Sans"/>
              </a:rPr>
              <a:t>My </a:t>
            </a:r>
            <a:r>
              <a:rPr sz="4000" spc="-20" dirty="0">
                <a:latin typeface="Noto Sans"/>
                <a:cs typeface="Noto Sans"/>
              </a:rPr>
              <a:t>Business </a:t>
            </a:r>
            <a:r>
              <a:rPr sz="4000" spc="-15" dirty="0">
                <a:latin typeface="Noto Sans"/>
                <a:cs typeface="Noto Sans"/>
              </a:rPr>
              <a:t>is </a:t>
            </a:r>
            <a:r>
              <a:rPr sz="4000" spc="-20" dirty="0">
                <a:latin typeface="Noto Sans"/>
                <a:cs typeface="Noto Sans"/>
              </a:rPr>
              <a:t>a free  and easy-to-use tool for  businesses and </a:t>
            </a:r>
            <a:r>
              <a:rPr sz="4000" spc="-40" dirty="0">
                <a:latin typeface="Noto Sans"/>
                <a:cs typeface="Noto Sans"/>
              </a:rPr>
              <a:t>organizations  </a:t>
            </a:r>
            <a:r>
              <a:rPr sz="4000" spc="-20" dirty="0">
                <a:latin typeface="Noto Sans"/>
                <a:cs typeface="Noto Sans"/>
              </a:rPr>
              <a:t>to </a:t>
            </a:r>
            <a:r>
              <a:rPr sz="4000" spc="-65" dirty="0">
                <a:latin typeface="Noto Sans"/>
                <a:cs typeface="Noto Sans"/>
              </a:rPr>
              <a:t>manage </a:t>
            </a:r>
            <a:r>
              <a:rPr sz="4000" spc="-25" dirty="0">
                <a:latin typeface="Noto Sans"/>
                <a:cs typeface="Noto Sans"/>
              </a:rPr>
              <a:t>their </a:t>
            </a:r>
            <a:r>
              <a:rPr sz="4000" spc="-20" dirty="0">
                <a:latin typeface="Noto Sans"/>
                <a:cs typeface="Noto Sans"/>
              </a:rPr>
              <a:t>online  presence across </a:t>
            </a:r>
            <a:r>
              <a:rPr sz="4000" spc="-65" dirty="0">
                <a:latin typeface="Noto Sans"/>
                <a:cs typeface="Noto Sans"/>
              </a:rPr>
              <a:t>Google,  </a:t>
            </a:r>
            <a:r>
              <a:rPr sz="4000" spc="-50" dirty="0">
                <a:latin typeface="Noto Sans"/>
                <a:cs typeface="Noto Sans"/>
              </a:rPr>
              <a:t>including </a:t>
            </a:r>
            <a:r>
              <a:rPr sz="4000" spc="-20" dirty="0">
                <a:latin typeface="Noto Sans"/>
                <a:cs typeface="Noto Sans"/>
              </a:rPr>
              <a:t>Search and Maps. </a:t>
            </a:r>
            <a:r>
              <a:rPr sz="4000" spc="-135" dirty="0">
                <a:latin typeface="Noto Sans"/>
                <a:cs typeface="Noto Sans"/>
              </a:rPr>
              <a:t>If  </a:t>
            </a:r>
            <a:r>
              <a:rPr sz="4000" spc="-20" dirty="0">
                <a:latin typeface="Noto Sans"/>
                <a:cs typeface="Noto Sans"/>
              </a:rPr>
              <a:t>you </a:t>
            </a:r>
            <a:r>
              <a:rPr sz="4000" spc="-25" dirty="0">
                <a:latin typeface="Noto Sans"/>
                <a:cs typeface="Noto Sans"/>
              </a:rPr>
              <a:t>verify </a:t>
            </a:r>
            <a:r>
              <a:rPr sz="4000" spc="-20" dirty="0">
                <a:latin typeface="Noto Sans"/>
                <a:cs typeface="Noto Sans"/>
              </a:rPr>
              <a:t>and</a:t>
            </a:r>
            <a:r>
              <a:rPr sz="4000" spc="20" dirty="0">
                <a:latin typeface="Noto Sans"/>
                <a:cs typeface="Noto Sans"/>
              </a:rPr>
              <a:t> </a:t>
            </a:r>
            <a:r>
              <a:rPr sz="4000" spc="-25" dirty="0">
                <a:latin typeface="Noto Sans"/>
                <a:cs typeface="Noto Sans"/>
              </a:rPr>
              <a:t>edit</a:t>
            </a:r>
            <a:endParaRPr sz="4000">
              <a:latin typeface="Noto Sans"/>
              <a:cs typeface="Noto Sans"/>
            </a:endParaRPr>
          </a:p>
          <a:p>
            <a:pPr marL="12700" marR="107314">
              <a:lnSpc>
                <a:spcPct val="115599"/>
              </a:lnSpc>
            </a:pPr>
            <a:r>
              <a:rPr sz="4000" spc="-20" dirty="0">
                <a:latin typeface="Noto Sans"/>
                <a:cs typeface="Noto Sans"/>
              </a:rPr>
              <a:t>your business </a:t>
            </a:r>
            <a:r>
              <a:rPr sz="4000" spc="-30" dirty="0">
                <a:latin typeface="Noto Sans"/>
                <a:cs typeface="Noto Sans"/>
              </a:rPr>
              <a:t>information,  </a:t>
            </a:r>
            <a:r>
              <a:rPr sz="4000" spc="-20" dirty="0">
                <a:latin typeface="Noto Sans"/>
                <a:cs typeface="Noto Sans"/>
              </a:rPr>
              <a:t>you </a:t>
            </a:r>
            <a:r>
              <a:rPr sz="4000" spc="-25" dirty="0">
                <a:latin typeface="Noto Sans"/>
                <a:cs typeface="Noto Sans"/>
              </a:rPr>
              <a:t>can </a:t>
            </a:r>
            <a:r>
              <a:rPr sz="4000" spc="-20" dirty="0">
                <a:latin typeface="Noto Sans"/>
                <a:cs typeface="Noto Sans"/>
              </a:rPr>
              <a:t>both help customers  find your business and </a:t>
            </a:r>
            <a:r>
              <a:rPr sz="4000" spc="-25" dirty="0">
                <a:latin typeface="Noto Sans"/>
                <a:cs typeface="Noto Sans"/>
              </a:rPr>
              <a:t>tell  them </a:t>
            </a:r>
            <a:r>
              <a:rPr sz="4000" spc="-20" dirty="0">
                <a:latin typeface="Noto Sans"/>
                <a:cs typeface="Noto Sans"/>
              </a:rPr>
              <a:t>your</a:t>
            </a:r>
            <a:r>
              <a:rPr sz="4000" spc="5" dirty="0">
                <a:latin typeface="Noto Sans"/>
                <a:cs typeface="Noto Sans"/>
              </a:rPr>
              <a:t> </a:t>
            </a:r>
            <a:r>
              <a:rPr sz="4000" spc="-20" dirty="0">
                <a:latin typeface="Noto Sans"/>
                <a:cs typeface="Noto Sans"/>
              </a:rPr>
              <a:t>story.</a:t>
            </a:r>
            <a:endParaRPr sz="400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8288000" cy="9721215"/>
          </a:xfrm>
          <a:custGeom>
            <a:avLst/>
            <a:gdLst/>
            <a:ahLst/>
            <a:cxnLst/>
            <a:rect l="l" t="t" r="r" b="b"/>
            <a:pathLst>
              <a:path w="18288000" h="9721215">
                <a:moveTo>
                  <a:pt x="0" y="9720649"/>
                </a:moveTo>
                <a:lnTo>
                  <a:pt x="18288000" y="9720649"/>
                </a:lnTo>
                <a:lnTo>
                  <a:pt x="18288000" y="0"/>
                </a:lnTo>
                <a:lnTo>
                  <a:pt x="0" y="0"/>
                </a:lnTo>
                <a:lnTo>
                  <a:pt x="0" y="9720649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0282625"/>
            <a:ext cx="18288000" cy="4445"/>
          </a:xfrm>
          <a:custGeom>
            <a:avLst/>
            <a:gdLst/>
            <a:ahLst/>
            <a:cxnLst/>
            <a:rect l="l" t="t" r="r" b="b"/>
            <a:pathLst>
              <a:path w="18288000" h="4445">
                <a:moveTo>
                  <a:pt x="0" y="4375"/>
                </a:moveTo>
                <a:lnTo>
                  <a:pt x="18288000" y="4375"/>
                </a:lnTo>
                <a:lnTo>
                  <a:pt x="18288000" y="0"/>
                </a:lnTo>
                <a:lnTo>
                  <a:pt x="0" y="0"/>
                </a:lnTo>
                <a:lnTo>
                  <a:pt x="0" y="4375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367391"/>
            <a:ext cx="418084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815" dirty="0">
                <a:solidFill>
                  <a:srgbClr val="242625"/>
                </a:solidFill>
                <a:latin typeface="Verdana"/>
                <a:cs typeface="Verdana"/>
              </a:rPr>
              <a:t>B</a:t>
            </a:r>
            <a:r>
              <a:rPr sz="8000" spc="-540" dirty="0">
                <a:solidFill>
                  <a:srgbClr val="242625"/>
                </a:solidFill>
                <a:latin typeface="Verdana"/>
                <a:cs typeface="Verdana"/>
              </a:rPr>
              <a:t>e</a:t>
            </a:r>
            <a:r>
              <a:rPr sz="8000" spc="-730" dirty="0">
                <a:solidFill>
                  <a:srgbClr val="242625"/>
                </a:solidFill>
                <a:latin typeface="Verdana"/>
                <a:cs typeface="Verdana"/>
              </a:rPr>
              <a:t>n</a:t>
            </a:r>
            <a:r>
              <a:rPr sz="8000" spc="-540" dirty="0">
                <a:solidFill>
                  <a:srgbClr val="242625"/>
                </a:solidFill>
                <a:latin typeface="Verdana"/>
                <a:cs typeface="Verdana"/>
              </a:rPr>
              <a:t>e</a:t>
            </a:r>
            <a:r>
              <a:rPr sz="8000" spc="-260" dirty="0">
                <a:solidFill>
                  <a:srgbClr val="242625"/>
                </a:solidFill>
                <a:latin typeface="Verdana"/>
                <a:cs typeface="Verdana"/>
              </a:rPr>
              <a:t>f</a:t>
            </a:r>
            <a:r>
              <a:rPr sz="8000" spc="-565" dirty="0">
                <a:solidFill>
                  <a:srgbClr val="242625"/>
                </a:solidFill>
                <a:latin typeface="Verdana"/>
                <a:cs typeface="Verdana"/>
              </a:rPr>
              <a:t>i</a:t>
            </a:r>
            <a:r>
              <a:rPr sz="8000" spc="-545" dirty="0">
                <a:solidFill>
                  <a:srgbClr val="242625"/>
                </a:solidFill>
                <a:latin typeface="Verdana"/>
                <a:cs typeface="Verdana"/>
              </a:rPr>
              <a:t>t</a:t>
            </a:r>
            <a:r>
              <a:rPr sz="8000" spc="-254" dirty="0">
                <a:solidFill>
                  <a:srgbClr val="242625"/>
                </a:solidFill>
                <a:latin typeface="Verdana"/>
                <a:cs typeface="Verdana"/>
              </a:rPr>
              <a:t>s</a:t>
            </a:r>
            <a:endParaRPr sz="8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93207"/>
            <a:ext cx="18288000" cy="6889750"/>
            <a:chOff x="0" y="3393207"/>
            <a:chExt cx="18288000" cy="6889750"/>
          </a:xfrm>
        </p:grpSpPr>
        <p:sp>
          <p:nvSpPr>
            <p:cNvPr id="6" name="object 6"/>
            <p:cNvSpPr/>
            <p:nvPr/>
          </p:nvSpPr>
          <p:spPr>
            <a:xfrm>
              <a:off x="442513" y="4465547"/>
              <a:ext cx="6175769" cy="52568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9720650"/>
              <a:ext cx="18288000" cy="561975"/>
            </a:xfrm>
            <a:custGeom>
              <a:avLst/>
              <a:gdLst/>
              <a:ahLst/>
              <a:cxnLst/>
              <a:rect l="l" t="t" r="r" b="b"/>
              <a:pathLst>
                <a:path w="18288000" h="561975">
                  <a:moveTo>
                    <a:pt x="0" y="0"/>
                  </a:moveTo>
                  <a:lnTo>
                    <a:pt x="18288000" y="0"/>
                  </a:lnTo>
                  <a:lnTo>
                    <a:pt x="18288000" y="561974"/>
                  </a:lnTo>
                  <a:lnTo>
                    <a:pt x="0" y="5619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D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03146" y="3393207"/>
              <a:ext cx="2059939" cy="2060575"/>
            </a:xfrm>
            <a:custGeom>
              <a:avLst/>
              <a:gdLst/>
              <a:ahLst/>
              <a:cxnLst/>
              <a:rect l="l" t="t" r="r" b="b"/>
              <a:pathLst>
                <a:path w="2059939" h="2060575">
                  <a:moveTo>
                    <a:pt x="33466" y="231479"/>
                  </a:moveTo>
                  <a:lnTo>
                    <a:pt x="33466" y="192899"/>
                  </a:lnTo>
                  <a:lnTo>
                    <a:pt x="63454" y="186811"/>
                  </a:lnTo>
                  <a:lnTo>
                    <a:pt x="88011" y="170234"/>
                  </a:lnTo>
                  <a:lnTo>
                    <a:pt x="104604" y="145699"/>
                  </a:lnTo>
                  <a:lnTo>
                    <a:pt x="110698" y="115739"/>
                  </a:lnTo>
                  <a:lnTo>
                    <a:pt x="104604" y="85780"/>
                  </a:lnTo>
                  <a:lnTo>
                    <a:pt x="88011" y="61245"/>
                  </a:lnTo>
                  <a:lnTo>
                    <a:pt x="63454" y="44668"/>
                  </a:lnTo>
                  <a:lnTo>
                    <a:pt x="33466" y="38579"/>
                  </a:lnTo>
                  <a:lnTo>
                    <a:pt x="33466" y="0"/>
                  </a:lnTo>
                  <a:lnTo>
                    <a:pt x="78719" y="9042"/>
                  </a:lnTo>
                  <a:lnTo>
                    <a:pt x="115525" y="33757"/>
                  </a:lnTo>
                  <a:lnTo>
                    <a:pt x="140263" y="70529"/>
                  </a:lnTo>
                  <a:lnTo>
                    <a:pt x="149313" y="115739"/>
                  </a:lnTo>
                  <a:lnTo>
                    <a:pt x="140263" y="160950"/>
                  </a:lnTo>
                  <a:lnTo>
                    <a:pt x="115525" y="197722"/>
                  </a:lnTo>
                  <a:lnTo>
                    <a:pt x="78719" y="222437"/>
                  </a:lnTo>
                  <a:lnTo>
                    <a:pt x="33466" y="231479"/>
                  </a:lnTo>
                  <a:close/>
                </a:path>
                <a:path w="2059939" h="2060575">
                  <a:moveTo>
                    <a:pt x="2059501" y="133743"/>
                  </a:moveTo>
                  <a:lnTo>
                    <a:pt x="1827807" y="133743"/>
                  </a:lnTo>
                  <a:lnTo>
                    <a:pt x="1827807" y="95163"/>
                  </a:lnTo>
                  <a:lnTo>
                    <a:pt x="2059501" y="95163"/>
                  </a:lnTo>
                  <a:lnTo>
                    <a:pt x="2059501" y="133743"/>
                  </a:lnTo>
                  <a:close/>
                </a:path>
                <a:path w="2059939" h="2060575">
                  <a:moveTo>
                    <a:pt x="163472" y="2060171"/>
                  </a:moveTo>
                  <a:lnTo>
                    <a:pt x="0" y="1895563"/>
                  </a:lnTo>
                  <a:lnTo>
                    <a:pt x="27030" y="1868557"/>
                  </a:lnTo>
                  <a:lnTo>
                    <a:pt x="190503" y="2031879"/>
                  </a:lnTo>
                  <a:lnTo>
                    <a:pt x="163472" y="2060171"/>
                  </a:lnTo>
                  <a:close/>
                </a:path>
                <a:path w="2059939" h="2060575">
                  <a:moveTo>
                    <a:pt x="1883157" y="1158685"/>
                  </a:moveTo>
                  <a:lnTo>
                    <a:pt x="1883157" y="1120105"/>
                  </a:lnTo>
                  <a:lnTo>
                    <a:pt x="1913144" y="1114017"/>
                  </a:lnTo>
                  <a:lnTo>
                    <a:pt x="1937701" y="1097440"/>
                  </a:lnTo>
                  <a:lnTo>
                    <a:pt x="1954294" y="1072905"/>
                  </a:lnTo>
                  <a:lnTo>
                    <a:pt x="1960388" y="1042945"/>
                  </a:lnTo>
                  <a:lnTo>
                    <a:pt x="1954294" y="1012986"/>
                  </a:lnTo>
                  <a:lnTo>
                    <a:pt x="1937701" y="988451"/>
                  </a:lnTo>
                  <a:lnTo>
                    <a:pt x="1913144" y="971874"/>
                  </a:lnTo>
                  <a:lnTo>
                    <a:pt x="1883157" y="965785"/>
                  </a:lnTo>
                  <a:lnTo>
                    <a:pt x="1883157" y="927205"/>
                  </a:lnTo>
                  <a:lnTo>
                    <a:pt x="1928409" y="936248"/>
                  </a:lnTo>
                  <a:lnTo>
                    <a:pt x="1965215" y="960963"/>
                  </a:lnTo>
                  <a:lnTo>
                    <a:pt x="1989953" y="997735"/>
                  </a:lnTo>
                  <a:lnTo>
                    <a:pt x="1999004" y="1042945"/>
                  </a:lnTo>
                  <a:lnTo>
                    <a:pt x="1989953" y="1087614"/>
                  </a:lnTo>
                  <a:lnTo>
                    <a:pt x="1965215" y="1124446"/>
                  </a:lnTo>
                  <a:lnTo>
                    <a:pt x="1928409" y="1149462"/>
                  </a:lnTo>
                  <a:lnTo>
                    <a:pt x="1883157" y="1158685"/>
                  </a:lnTo>
                  <a:close/>
                </a:path>
                <a:path w="2059939" h="2060575">
                  <a:moveTo>
                    <a:pt x="1034899" y="1156113"/>
                  </a:moveTo>
                  <a:lnTo>
                    <a:pt x="996284" y="1156113"/>
                  </a:lnTo>
                  <a:lnTo>
                    <a:pt x="996284" y="924633"/>
                  </a:lnTo>
                  <a:lnTo>
                    <a:pt x="1034899" y="924633"/>
                  </a:lnTo>
                  <a:lnTo>
                    <a:pt x="1034899" y="1156113"/>
                  </a:lnTo>
                  <a:close/>
                </a:path>
                <a:path w="2059939" h="2060575">
                  <a:moveTo>
                    <a:pt x="2058214" y="1986869"/>
                  </a:moveTo>
                  <a:lnTo>
                    <a:pt x="1826520" y="1986869"/>
                  </a:lnTo>
                  <a:lnTo>
                    <a:pt x="1826520" y="1948289"/>
                  </a:lnTo>
                  <a:lnTo>
                    <a:pt x="2058214" y="1948289"/>
                  </a:lnTo>
                  <a:lnTo>
                    <a:pt x="2058214" y="1986869"/>
                  </a:lnTo>
                  <a:close/>
                </a:path>
              </a:pathLst>
            </a:custGeom>
            <a:solidFill>
              <a:srgbClr val="37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01859" y="3393207"/>
              <a:ext cx="1132840" cy="2025650"/>
            </a:xfrm>
            <a:custGeom>
              <a:avLst/>
              <a:gdLst/>
              <a:ahLst/>
              <a:cxnLst/>
              <a:rect l="l" t="t" r="r" b="b"/>
              <a:pathLst>
                <a:path w="1132839" h="2025650">
                  <a:moveTo>
                    <a:pt x="1036186" y="231479"/>
                  </a:moveTo>
                  <a:lnTo>
                    <a:pt x="997571" y="231479"/>
                  </a:lnTo>
                  <a:lnTo>
                    <a:pt x="997571" y="0"/>
                  </a:lnTo>
                  <a:lnTo>
                    <a:pt x="1036186" y="0"/>
                  </a:lnTo>
                  <a:lnTo>
                    <a:pt x="1036186" y="231479"/>
                  </a:lnTo>
                  <a:close/>
                </a:path>
                <a:path w="1132839" h="2025650">
                  <a:moveTo>
                    <a:pt x="27030" y="1141967"/>
                  </a:moveTo>
                  <a:lnTo>
                    <a:pt x="0" y="1114961"/>
                  </a:lnTo>
                  <a:lnTo>
                    <a:pt x="163472" y="951639"/>
                  </a:lnTo>
                  <a:lnTo>
                    <a:pt x="190503" y="978645"/>
                  </a:lnTo>
                  <a:lnTo>
                    <a:pt x="27030" y="1141967"/>
                  </a:lnTo>
                  <a:close/>
                </a:path>
                <a:path w="1132839" h="2025650">
                  <a:moveTo>
                    <a:pt x="1016879" y="2025449"/>
                  </a:moveTo>
                  <a:lnTo>
                    <a:pt x="972169" y="2016407"/>
                  </a:lnTo>
                  <a:lnTo>
                    <a:pt x="935303" y="1991692"/>
                  </a:lnTo>
                  <a:lnTo>
                    <a:pt x="910263" y="1954920"/>
                  </a:lnTo>
                  <a:lnTo>
                    <a:pt x="901032" y="1909709"/>
                  </a:lnTo>
                  <a:lnTo>
                    <a:pt x="939647" y="1909709"/>
                  </a:lnTo>
                  <a:lnTo>
                    <a:pt x="945741" y="1939669"/>
                  </a:lnTo>
                  <a:lnTo>
                    <a:pt x="962334" y="1964204"/>
                  </a:lnTo>
                  <a:lnTo>
                    <a:pt x="986891" y="1980781"/>
                  </a:lnTo>
                  <a:lnTo>
                    <a:pt x="1016879" y="1986869"/>
                  </a:lnTo>
                  <a:lnTo>
                    <a:pt x="1102181" y="1986869"/>
                  </a:lnTo>
                  <a:lnTo>
                    <a:pt x="1098937" y="1991692"/>
                  </a:lnTo>
                  <a:lnTo>
                    <a:pt x="1062131" y="2016407"/>
                  </a:lnTo>
                  <a:lnTo>
                    <a:pt x="1016879" y="2025449"/>
                  </a:lnTo>
                  <a:close/>
                </a:path>
                <a:path w="1132839" h="2025650">
                  <a:moveTo>
                    <a:pt x="1102181" y="1986869"/>
                  </a:moveTo>
                  <a:lnTo>
                    <a:pt x="1016879" y="1986869"/>
                  </a:lnTo>
                  <a:lnTo>
                    <a:pt x="1046866" y="1980781"/>
                  </a:lnTo>
                  <a:lnTo>
                    <a:pt x="1071423" y="1964204"/>
                  </a:lnTo>
                  <a:lnTo>
                    <a:pt x="1088016" y="1939669"/>
                  </a:lnTo>
                  <a:lnTo>
                    <a:pt x="1094110" y="1909709"/>
                  </a:lnTo>
                  <a:lnTo>
                    <a:pt x="1132726" y="1909709"/>
                  </a:lnTo>
                  <a:lnTo>
                    <a:pt x="1123675" y="1954920"/>
                  </a:lnTo>
                  <a:lnTo>
                    <a:pt x="1102181" y="1986869"/>
                  </a:lnTo>
                  <a:close/>
                </a:path>
              </a:pathLst>
            </a:custGeom>
            <a:solidFill>
              <a:srgbClr val="2ED4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027943" y="2955918"/>
            <a:ext cx="7604759" cy="425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599"/>
              </a:lnSpc>
              <a:spcBef>
                <a:spcPts val="100"/>
              </a:spcBef>
            </a:pPr>
            <a:r>
              <a:rPr sz="4000" spc="-60" dirty="0">
                <a:latin typeface="Noto Sans"/>
                <a:cs typeface="Noto Sans"/>
              </a:rPr>
              <a:t>Creating, verifying, </a:t>
            </a:r>
            <a:r>
              <a:rPr sz="4000" spc="-20" dirty="0">
                <a:latin typeface="Noto Sans"/>
                <a:cs typeface="Noto Sans"/>
              </a:rPr>
              <a:t>and properly  </a:t>
            </a:r>
            <a:r>
              <a:rPr sz="4000" spc="-45" dirty="0">
                <a:latin typeface="Noto Sans"/>
                <a:cs typeface="Noto Sans"/>
              </a:rPr>
              <a:t>optimizing </a:t>
            </a:r>
            <a:r>
              <a:rPr sz="4000" spc="-20" dirty="0">
                <a:latin typeface="Noto Sans"/>
                <a:cs typeface="Noto Sans"/>
              </a:rPr>
              <a:t>your </a:t>
            </a:r>
            <a:r>
              <a:rPr sz="4000" spc="-55" dirty="0">
                <a:latin typeface="Noto Sans"/>
                <a:cs typeface="Noto Sans"/>
              </a:rPr>
              <a:t>Google </a:t>
            </a:r>
            <a:r>
              <a:rPr sz="4000" spc="-25" dirty="0">
                <a:latin typeface="Noto Sans"/>
                <a:cs typeface="Noto Sans"/>
              </a:rPr>
              <a:t>My  </a:t>
            </a:r>
            <a:r>
              <a:rPr sz="4000" spc="-20" dirty="0">
                <a:latin typeface="Noto Sans"/>
                <a:cs typeface="Noto Sans"/>
              </a:rPr>
              <a:t>Business </a:t>
            </a:r>
            <a:r>
              <a:rPr sz="4000" spc="-25" dirty="0">
                <a:latin typeface="Noto Sans"/>
                <a:cs typeface="Noto Sans"/>
              </a:rPr>
              <a:t>account </a:t>
            </a:r>
            <a:r>
              <a:rPr sz="4000" spc="-15" dirty="0">
                <a:latin typeface="Noto Sans"/>
                <a:cs typeface="Noto Sans"/>
              </a:rPr>
              <a:t>is </a:t>
            </a:r>
            <a:r>
              <a:rPr sz="4000" spc="-25" dirty="0">
                <a:latin typeface="Noto Sans"/>
                <a:cs typeface="Noto Sans"/>
              </a:rPr>
              <a:t>an  invaluable </a:t>
            </a:r>
            <a:r>
              <a:rPr sz="4000" spc="-30" dirty="0">
                <a:latin typeface="Noto Sans"/>
                <a:cs typeface="Noto Sans"/>
              </a:rPr>
              <a:t>opportunity, </a:t>
            </a:r>
            <a:r>
              <a:rPr sz="4000" spc="-25" dirty="0">
                <a:latin typeface="Noto Sans"/>
                <a:cs typeface="Noto Sans"/>
              </a:rPr>
              <a:t>which </a:t>
            </a:r>
            <a:r>
              <a:rPr sz="4000" spc="-15" dirty="0">
                <a:latin typeface="Noto Sans"/>
                <a:cs typeface="Noto Sans"/>
              </a:rPr>
              <a:t>is  </a:t>
            </a:r>
            <a:r>
              <a:rPr sz="4000" spc="-30" dirty="0">
                <a:latin typeface="Noto Sans"/>
                <a:cs typeface="Noto Sans"/>
              </a:rPr>
              <a:t>why </a:t>
            </a:r>
            <a:r>
              <a:rPr sz="4000" spc="-20" dirty="0">
                <a:latin typeface="Noto Sans"/>
                <a:cs typeface="Noto Sans"/>
              </a:rPr>
              <a:t>you should utilize </a:t>
            </a:r>
            <a:r>
              <a:rPr sz="4000" spc="-25" dirty="0">
                <a:latin typeface="Noto Sans"/>
                <a:cs typeface="Noto Sans"/>
              </a:rPr>
              <a:t>this  feature </a:t>
            </a:r>
            <a:r>
              <a:rPr sz="4000" spc="-20" dirty="0">
                <a:latin typeface="Noto Sans"/>
                <a:cs typeface="Noto Sans"/>
              </a:rPr>
              <a:t>to its </a:t>
            </a:r>
            <a:r>
              <a:rPr sz="4000" spc="-25" dirty="0">
                <a:latin typeface="Noto Sans"/>
                <a:cs typeface="Noto Sans"/>
              </a:rPr>
              <a:t>fullest</a:t>
            </a:r>
            <a:r>
              <a:rPr sz="4000" spc="35" dirty="0">
                <a:latin typeface="Noto Sans"/>
                <a:cs typeface="Noto Sans"/>
              </a:rPr>
              <a:t> </a:t>
            </a:r>
            <a:r>
              <a:rPr sz="4000" spc="-25" dirty="0">
                <a:latin typeface="Noto Sans"/>
                <a:cs typeface="Noto Sans"/>
              </a:rPr>
              <a:t>extent.</a:t>
            </a:r>
            <a:endParaRPr sz="400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6614" y="498769"/>
            <a:ext cx="9554845" cy="187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16599"/>
              </a:lnSpc>
              <a:spcBef>
                <a:spcPts val="100"/>
              </a:spcBef>
            </a:pPr>
            <a:r>
              <a:rPr spc="-5" dirty="0"/>
              <a:t>GMB Allows You to Appear </a:t>
            </a:r>
            <a:r>
              <a:rPr dirty="0"/>
              <a:t>in  </a:t>
            </a:r>
            <a:r>
              <a:rPr spc="-5" dirty="0"/>
              <a:t>Maps and Local Pack</a:t>
            </a:r>
            <a:r>
              <a:rPr spc="-65" dirty="0"/>
              <a:t> </a:t>
            </a:r>
            <a:r>
              <a:rPr spc="-50" dirty="0"/>
              <a:t>Listings</a:t>
            </a:r>
          </a:p>
        </p:txBody>
      </p:sp>
      <p:sp>
        <p:nvSpPr>
          <p:cNvPr id="3" name="object 3"/>
          <p:cNvSpPr/>
          <p:nvPr/>
        </p:nvSpPr>
        <p:spPr>
          <a:xfrm>
            <a:off x="1466850" y="3520622"/>
            <a:ext cx="180975" cy="180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66850" y="4225472"/>
            <a:ext cx="180975" cy="180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79501" y="3180890"/>
            <a:ext cx="9260840" cy="213995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4000" spc="-75" dirty="0">
                <a:latin typeface="Noto Sans"/>
                <a:cs typeface="Noto Sans"/>
              </a:rPr>
              <a:t>It’s </a:t>
            </a:r>
            <a:r>
              <a:rPr sz="4000" spc="-65" dirty="0">
                <a:latin typeface="Noto Sans"/>
                <a:cs typeface="Noto Sans"/>
              </a:rPr>
              <a:t>Highly</a:t>
            </a:r>
            <a:r>
              <a:rPr sz="4000" spc="60" dirty="0">
                <a:latin typeface="Noto Sans"/>
                <a:cs typeface="Noto Sans"/>
              </a:rPr>
              <a:t> </a:t>
            </a:r>
            <a:r>
              <a:rPr sz="4000" spc="-20" dirty="0">
                <a:latin typeface="Noto Sans"/>
                <a:cs typeface="Noto Sans"/>
              </a:rPr>
              <a:t>Visible</a:t>
            </a:r>
            <a:endParaRPr sz="4000">
              <a:latin typeface="Noto Sans"/>
              <a:cs typeface="Noto Sans"/>
            </a:endParaRPr>
          </a:p>
          <a:p>
            <a:pPr marL="12700" marR="5080">
              <a:lnSpc>
                <a:spcPct val="115599"/>
              </a:lnSpc>
            </a:pPr>
            <a:r>
              <a:rPr sz="4000" spc="-140" dirty="0">
                <a:latin typeface="Noto Sans"/>
                <a:cs typeface="Noto Sans"/>
              </a:rPr>
              <a:t>It </a:t>
            </a:r>
            <a:r>
              <a:rPr sz="4000" spc="-20" dirty="0">
                <a:latin typeface="Noto Sans"/>
                <a:cs typeface="Noto Sans"/>
              </a:rPr>
              <a:t>Enables Users to </a:t>
            </a:r>
            <a:r>
              <a:rPr sz="4000" spc="-15" dirty="0">
                <a:latin typeface="Noto Sans"/>
                <a:cs typeface="Noto Sans"/>
              </a:rPr>
              <a:t>See </a:t>
            </a:r>
            <a:r>
              <a:rPr sz="4000" spc="-25" dirty="0">
                <a:latin typeface="Noto Sans"/>
                <a:cs typeface="Noto Sans"/>
              </a:rPr>
              <a:t>the </a:t>
            </a:r>
            <a:r>
              <a:rPr sz="4000" spc="-45" dirty="0">
                <a:latin typeface="Noto Sans"/>
                <a:cs typeface="Noto Sans"/>
              </a:rPr>
              <a:t>Information  </a:t>
            </a:r>
            <a:r>
              <a:rPr sz="4000" spc="-20" dirty="0">
                <a:latin typeface="Noto Sans"/>
                <a:cs typeface="Noto Sans"/>
              </a:rPr>
              <a:t>They Need </a:t>
            </a:r>
            <a:r>
              <a:rPr sz="4000" spc="-30" dirty="0">
                <a:latin typeface="Noto Sans"/>
                <a:cs typeface="Noto Sans"/>
              </a:rPr>
              <a:t>at </a:t>
            </a:r>
            <a:r>
              <a:rPr sz="4000" spc="-20" dirty="0">
                <a:latin typeface="Noto Sans"/>
                <a:cs typeface="Noto Sans"/>
              </a:rPr>
              <a:t>a</a:t>
            </a:r>
            <a:r>
              <a:rPr sz="4000" spc="40" dirty="0">
                <a:latin typeface="Noto Sans"/>
                <a:cs typeface="Noto Sans"/>
              </a:rPr>
              <a:t> </a:t>
            </a:r>
            <a:r>
              <a:rPr sz="4000" spc="-20" dirty="0">
                <a:latin typeface="Noto Sans"/>
                <a:cs typeface="Noto Sans"/>
              </a:rPr>
              <a:t>Glance</a:t>
            </a:r>
            <a:endParaRPr sz="4000">
              <a:latin typeface="Noto Sans"/>
              <a:cs typeface="Noto San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180850" y="3303437"/>
            <a:ext cx="6073140" cy="5928360"/>
            <a:chOff x="11180850" y="3303437"/>
            <a:chExt cx="6073140" cy="5928360"/>
          </a:xfrm>
        </p:grpSpPr>
        <p:sp>
          <p:nvSpPr>
            <p:cNvPr id="7" name="object 7"/>
            <p:cNvSpPr/>
            <p:nvPr/>
          </p:nvSpPr>
          <p:spPr>
            <a:xfrm>
              <a:off x="11180850" y="6144702"/>
              <a:ext cx="6073140" cy="3086735"/>
            </a:xfrm>
            <a:custGeom>
              <a:avLst/>
              <a:gdLst/>
              <a:ahLst/>
              <a:cxnLst/>
              <a:rect l="l" t="t" r="r" b="b"/>
              <a:pathLst>
                <a:path w="6073140" h="3086734">
                  <a:moveTo>
                    <a:pt x="6072888" y="3086512"/>
                  </a:moveTo>
                  <a:lnTo>
                    <a:pt x="0" y="3086512"/>
                  </a:lnTo>
                  <a:lnTo>
                    <a:pt x="1288178" y="0"/>
                  </a:lnTo>
                  <a:lnTo>
                    <a:pt x="4784709" y="0"/>
                  </a:lnTo>
                  <a:lnTo>
                    <a:pt x="6072888" y="3086512"/>
                  </a:lnTo>
                  <a:close/>
                </a:path>
              </a:pathLst>
            </a:custGeom>
            <a:solidFill>
              <a:srgbClr val="6FA5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97720" y="6852563"/>
              <a:ext cx="1051560" cy="450215"/>
            </a:xfrm>
            <a:custGeom>
              <a:avLst/>
              <a:gdLst/>
              <a:ahLst/>
              <a:cxnLst/>
              <a:rect l="l" t="t" r="r" b="b"/>
              <a:pathLst>
                <a:path w="1051559" h="450215">
                  <a:moveTo>
                    <a:pt x="525587" y="449621"/>
                  </a:moveTo>
                  <a:lnTo>
                    <a:pt x="459617" y="447873"/>
                  </a:lnTo>
                  <a:lnTo>
                    <a:pt x="396105" y="442768"/>
                  </a:lnTo>
                  <a:lnTo>
                    <a:pt x="335540" y="434516"/>
                  </a:lnTo>
                  <a:lnTo>
                    <a:pt x="278414" y="423326"/>
                  </a:lnTo>
                  <a:lnTo>
                    <a:pt x="225217" y="409408"/>
                  </a:lnTo>
                  <a:lnTo>
                    <a:pt x="176440" y="392971"/>
                  </a:lnTo>
                  <a:lnTo>
                    <a:pt x="132574" y="374224"/>
                  </a:lnTo>
                  <a:lnTo>
                    <a:pt x="94111" y="353377"/>
                  </a:lnTo>
                  <a:lnTo>
                    <a:pt x="61540" y="330639"/>
                  </a:lnTo>
                  <a:lnTo>
                    <a:pt x="16039" y="280329"/>
                  </a:lnTo>
                  <a:lnTo>
                    <a:pt x="0" y="224969"/>
                  </a:lnTo>
                  <a:lnTo>
                    <a:pt x="4091" y="196757"/>
                  </a:lnTo>
                  <a:lnTo>
                    <a:pt x="35352" y="143674"/>
                  </a:lnTo>
                  <a:lnTo>
                    <a:pt x="94111" y="96456"/>
                  </a:lnTo>
                  <a:lnTo>
                    <a:pt x="132574" y="75573"/>
                  </a:lnTo>
                  <a:lnTo>
                    <a:pt x="176440" y="56790"/>
                  </a:lnTo>
                  <a:lnTo>
                    <a:pt x="225217" y="40317"/>
                  </a:lnTo>
                  <a:lnTo>
                    <a:pt x="278414" y="26366"/>
                  </a:lnTo>
                  <a:lnTo>
                    <a:pt x="335540" y="15147"/>
                  </a:lnTo>
                  <a:lnTo>
                    <a:pt x="396105" y="6873"/>
                  </a:lnTo>
                  <a:lnTo>
                    <a:pt x="459617" y="1753"/>
                  </a:lnTo>
                  <a:lnTo>
                    <a:pt x="525587" y="0"/>
                  </a:lnTo>
                  <a:lnTo>
                    <a:pt x="591494" y="1753"/>
                  </a:lnTo>
                  <a:lnTo>
                    <a:pt x="654964" y="6873"/>
                  </a:lnTo>
                  <a:lnTo>
                    <a:pt x="715504" y="15147"/>
                  </a:lnTo>
                  <a:lnTo>
                    <a:pt x="772619" y="26366"/>
                  </a:lnTo>
                  <a:lnTo>
                    <a:pt x="825818" y="40317"/>
                  </a:lnTo>
                  <a:lnTo>
                    <a:pt x="874606" y="56790"/>
                  </a:lnTo>
                  <a:lnTo>
                    <a:pt x="918490" y="75573"/>
                  </a:lnTo>
                  <a:lnTo>
                    <a:pt x="956976" y="96456"/>
                  </a:lnTo>
                  <a:lnTo>
                    <a:pt x="989571" y="119227"/>
                  </a:lnTo>
                  <a:lnTo>
                    <a:pt x="1035115" y="169588"/>
                  </a:lnTo>
                  <a:lnTo>
                    <a:pt x="1051174" y="224969"/>
                  </a:lnTo>
                  <a:lnTo>
                    <a:pt x="1047077" y="253175"/>
                  </a:lnTo>
                  <a:lnTo>
                    <a:pt x="1015782" y="306220"/>
                  </a:lnTo>
                  <a:lnTo>
                    <a:pt x="956976" y="353377"/>
                  </a:lnTo>
                  <a:lnTo>
                    <a:pt x="918490" y="374224"/>
                  </a:lnTo>
                  <a:lnTo>
                    <a:pt x="874606" y="392971"/>
                  </a:lnTo>
                  <a:lnTo>
                    <a:pt x="825818" y="409408"/>
                  </a:lnTo>
                  <a:lnTo>
                    <a:pt x="772619" y="423326"/>
                  </a:lnTo>
                  <a:lnTo>
                    <a:pt x="715504" y="434516"/>
                  </a:lnTo>
                  <a:lnTo>
                    <a:pt x="654964" y="442768"/>
                  </a:lnTo>
                  <a:lnTo>
                    <a:pt x="591494" y="447873"/>
                  </a:lnTo>
                  <a:lnTo>
                    <a:pt x="525587" y="449621"/>
                  </a:lnTo>
                  <a:close/>
                </a:path>
              </a:pathLst>
            </a:custGeom>
            <a:solidFill>
              <a:srgbClr val="F7A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697720" y="6798063"/>
              <a:ext cx="1040765" cy="450215"/>
            </a:xfrm>
            <a:custGeom>
              <a:avLst/>
              <a:gdLst/>
              <a:ahLst/>
              <a:cxnLst/>
              <a:rect l="l" t="t" r="r" b="b"/>
              <a:pathLst>
                <a:path w="1040765" h="450215">
                  <a:moveTo>
                    <a:pt x="520207" y="449621"/>
                  </a:moveTo>
                  <a:lnTo>
                    <a:pt x="454951" y="447873"/>
                  </a:lnTo>
                  <a:lnTo>
                    <a:pt x="392114" y="442768"/>
                  </a:lnTo>
                  <a:lnTo>
                    <a:pt x="332184" y="434516"/>
                  </a:lnTo>
                  <a:lnTo>
                    <a:pt x="275649" y="423326"/>
                  </a:lnTo>
                  <a:lnTo>
                    <a:pt x="222995" y="409408"/>
                  </a:lnTo>
                  <a:lnTo>
                    <a:pt x="174711" y="392971"/>
                  </a:lnTo>
                  <a:lnTo>
                    <a:pt x="131283" y="374224"/>
                  </a:lnTo>
                  <a:lnTo>
                    <a:pt x="93200" y="353377"/>
                  </a:lnTo>
                  <a:lnTo>
                    <a:pt x="60947" y="330639"/>
                  </a:lnTo>
                  <a:lnTo>
                    <a:pt x="15886" y="280329"/>
                  </a:lnTo>
                  <a:lnTo>
                    <a:pt x="0" y="224969"/>
                  </a:lnTo>
                  <a:lnTo>
                    <a:pt x="4052" y="196757"/>
                  </a:lnTo>
                  <a:lnTo>
                    <a:pt x="35014" y="143674"/>
                  </a:lnTo>
                  <a:lnTo>
                    <a:pt x="93200" y="96456"/>
                  </a:lnTo>
                  <a:lnTo>
                    <a:pt x="131283" y="75573"/>
                  </a:lnTo>
                  <a:lnTo>
                    <a:pt x="174711" y="56790"/>
                  </a:lnTo>
                  <a:lnTo>
                    <a:pt x="222995" y="40317"/>
                  </a:lnTo>
                  <a:lnTo>
                    <a:pt x="275649" y="26366"/>
                  </a:lnTo>
                  <a:lnTo>
                    <a:pt x="332184" y="15147"/>
                  </a:lnTo>
                  <a:lnTo>
                    <a:pt x="392114" y="6873"/>
                  </a:lnTo>
                  <a:lnTo>
                    <a:pt x="454951" y="1753"/>
                  </a:lnTo>
                  <a:lnTo>
                    <a:pt x="520207" y="0"/>
                  </a:lnTo>
                  <a:lnTo>
                    <a:pt x="585464" y="1753"/>
                  </a:lnTo>
                  <a:lnTo>
                    <a:pt x="648301" y="6873"/>
                  </a:lnTo>
                  <a:lnTo>
                    <a:pt x="708230" y="15147"/>
                  </a:lnTo>
                  <a:lnTo>
                    <a:pt x="764766" y="26366"/>
                  </a:lnTo>
                  <a:lnTo>
                    <a:pt x="817419" y="40317"/>
                  </a:lnTo>
                  <a:lnTo>
                    <a:pt x="865704" y="56790"/>
                  </a:lnTo>
                  <a:lnTo>
                    <a:pt x="909131" y="75573"/>
                  </a:lnTo>
                  <a:lnTo>
                    <a:pt x="947215" y="96456"/>
                  </a:lnTo>
                  <a:lnTo>
                    <a:pt x="979467" y="119227"/>
                  </a:lnTo>
                  <a:lnTo>
                    <a:pt x="1024528" y="169588"/>
                  </a:lnTo>
                  <a:lnTo>
                    <a:pt x="1040415" y="224969"/>
                  </a:lnTo>
                  <a:lnTo>
                    <a:pt x="1036362" y="253175"/>
                  </a:lnTo>
                  <a:lnTo>
                    <a:pt x="1005401" y="306220"/>
                  </a:lnTo>
                  <a:lnTo>
                    <a:pt x="947215" y="353377"/>
                  </a:lnTo>
                  <a:lnTo>
                    <a:pt x="909131" y="374224"/>
                  </a:lnTo>
                  <a:lnTo>
                    <a:pt x="865704" y="392971"/>
                  </a:lnTo>
                  <a:lnTo>
                    <a:pt x="817419" y="409408"/>
                  </a:lnTo>
                  <a:lnTo>
                    <a:pt x="764766" y="423326"/>
                  </a:lnTo>
                  <a:lnTo>
                    <a:pt x="708230" y="434516"/>
                  </a:lnTo>
                  <a:lnTo>
                    <a:pt x="648301" y="442768"/>
                  </a:lnTo>
                  <a:lnTo>
                    <a:pt x="585464" y="447873"/>
                  </a:lnTo>
                  <a:lnTo>
                    <a:pt x="520207" y="449621"/>
                  </a:lnTo>
                  <a:close/>
                </a:path>
              </a:pathLst>
            </a:custGeom>
            <a:solidFill>
              <a:srgbClr val="FAD0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041131" y="3303437"/>
              <a:ext cx="2352675" cy="3719829"/>
            </a:xfrm>
            <a:custGeom>
              <a:avLst/>
              <a:gdLst/>
              <a:ahLst/>
              <a:cxnLst/>
              <a:rect l="l" t="t" r="r" b="b"/>
              <a:pathLst>
                <a:path w="2352675" h="3719829">
                  <a:moveTo>
                    <a:pt x="1176163" y="3719594"/>
                  </a:moveTo>
                  <a:lnTo>
                    <a:pt x="90963" y="1655005"/>
                  </a:lnTo>
                  <a:lnTo>
                    <a:pt x="73269" y="1610570"/>
                  </a:lnTo>
                  <a:lnTo>
                    <a:pt x="57166" y="1560539"/>
                  </a:lnTo>
                  <a:lnTo>
                    <a:pt x="42786" y="1506732"/>
                  </a:lnTo>
                  <a:lnTo>
                    <a:pt x="30258" y="1450971"/>
                  </a:lnTo>
                  <a:lnTo>
                    <a:pt x="19714" y="1395077"/>
                  </a:lnTo>
                  <a:lnTo>
                    <a:pt x="11286" y="1340871"/>
                  </a:lnTo>
                  <a:lnTo>
                    <a:pt x="5103" y="1290174"/>
                  </a:lnTo>
                  <a:lnTo>
                    <a:pt x="1297" y="1244808"/>
                  </a:lnTo>
                  <a:lnTo>
                    <a:pt x="0" y="1206594"/>
                  </a:lnTo>
                  <a:lnTo>
                    <a:pt x="963" y="1156861"/>
                  </a:lnTo>
                  <a:lnTo>
                    <a:pt x="3830" y="1107639"/>
                  </a:lnTo>
                  <a:lnTo>
                    <a:pt x="8563" y="1058968"/>
                  </a:lnTo>
                  <a:lnTo>
                    <a:pt x="15124" y="1010886"/>
                  </a:lnTo>
                  <a:lnTo>
                    <a:pt x="23476" y="963433"/>
                  </a:lnTo>
                  <a:lnTo>
                    <a:pt x="33583" y="916646"/>
                  </a:lnTo>
                  <a:lnTo>
                    <a:pt x="45407" y="870565"/>
                  </a:lnTo>
                  <a:lnTo>
                    <a:pt x="58911" y="825229"/>
                  </a:lnTo>
                  <a:lnTo>
                    <a:pt x="74057" y="780677"/>
                  </a:lnTo>
                  <a:lnTo>
                    <a:pt x="90809" y="736947"/>
                  </a:lnTo>
                  <a:lnTo>
                    <a:pt x="109130" y="694078"/>
                  </a:lnTo>
                  <a:lnTo>
                    <a:pt x="128982" y="652109"/>
                  </a:lnTo>
                  <a:lnTo>
                    <a:pt x="150327" y="611078"/>
                  </a:lnTo>
                  <a:lnTo>
                    <a:pt x="173130" y="571026"/>
                  </a:lnTo>
                  <a:lnTo>
                    <a:pt x="197352" y="531990"/>
                  </a:lnTo>
                  <a:lnTo>
                    <a:pt x="222957" y="494009"/>
                  </a:lnTo>
                  <a:lnTo>
                    <a:pt x="249908" y="457122"/>
                  </a:lnTo>
                  <a:lnTo>
                    <a:pt x="278166" y="421368"/>
                  </a:lnTo>
                  <a:lnTo>
                    <a:pt x="307696" y="386786"/>
                  </a:lnTo>
                  <a:lnTo>
                    <a:pt x="338459" y="353415"/>
                  </a:lnTo>
                  <a:lnTo>
                    <a:pt x="370419" y="321293"/>
                  </a:lnTo>
                  <a:lnTo>
                    <a:pt x="403539" y="290459"/>
                  </a:lnTo>
                  <a:lnTo>
                    <a:pt x="437781" y="260952"/>
                  </a:lnTo>
                  <a:lnTo>
                    <a:pt x="473108" y="232811"/>
                  </a:lnTo>
                  <a:lnTo>
                    <a:pt x="509483" y="206075"/>
                  </a:lnTo>
                  <a:lnTo>
                    <a:pt x="546869" y="180783"/>
                  </a:lnTo>
                  <a:lnTo>
                    <a:pt x="585228" y="156972"/>
                  </a:lnTo>
                  <a:lnTo>
                    <a:pt x="624524" y="134683"/>
                  </a:lnTo>
                  <a:lnTo>
                    <a:pt x="664720" y="113954"/>
                  </a:lnTo>
                  <a:lnTo>
                    <a:pt x="705778" y="94824"/>
                  </a:lnTo>
                  <a:lnTo>
                    <a:pt x="747660" y="77332"/>
                  </a:lnTo>
                  <a:lnTo>
                    <a:pt x="790331" y="61516"/>
                  </a:lnTo>
                  <a:lnTo>
                    <a:pt x="833752" y="47415"/>
                  </a:lnTo>
                  <a:lnTo>
                    <a:pt x="877886" y="35068"/>
                  </a:lnTo>
                  <a:lnTo>
                    <a:pt x="922697" y="24515"/>
                  </a:lnTo>
                  <a:lnTo>
                    <a:pt x="968147" y="15793"/>
                  </a:lnTo>
                  <a:lnTo>
                    <a:pt x="1014199" y="8941"/>
                  </a:lnTo>
                  <a:lnTo>
                    <a:pt x="1060816" y="4000"/>
                  </a:lnTo>
                  <a:lnTo>
                    <a:pt x="1107960" y="1006"/>
                  </a:lnTo>
                  <a:lnTo>
                    <a:pt x="1155595" y="0"/>
                  </a:lnTo>
                  <a:lnTo>
                    <a:pt x="1196731" y="0"/>
                  </a:lnTo>
                  <a:lnTo>
                    <a:pt x="1244388" y="1006"/>
                  </a:lnTo>
                  <a:lnTo>
                    <a:pt x="1291553" y="4000"/>
                  </a:lnTo>
                  <a:lnTo>
                    <a:pt x="1338188" y="8941"/>
                  </a:lnTo>
                  <a:lnTo>
                    <a:pt x="1384255" y="15793"/>
                  </a:lnTo>
                  <a:lnTo>
                    <a:pt x="1429719" y="24515"/>
                  </a:lnTo>
                  <a:lnTo>
                    <a:pt x="1474542" y="35068"/>
                  </a:lnTo>
                  <a:lnTo>
                    <a:pt x="1518687" y="47415"/>
                  </a:lnTo>
                  <a:lnTo>
                    <a:pt x="1562117" y="61516"/>
                  </a:lnTo>
                  <a:lnTo>
                    <a:pt x="1604794" y="77332"/>
                  </a:lnTo>
                  <a:lnTo>
                    <a:pt x="1646682" y="94824"/>
                  </a:lnTo>
                  <a:lnTo>
                    <a:pt x="1687743" y="113954"/>
                  </a:lnTo>
                  <a:lnTo>
                    <a:pt x="1727941" y="134683"/>
                  </a:lnTo>
                  <a:lnTo>
                    <a:pt x="1767238" y="156972"/>
                  </a:lnTo>
                  <a:lnTo>
                    <a:pt x="1805597" y="180783"/>
                  </a:lnTo>
                  <a:lnTo>
                    <a:pt x="1842982" y="206075"/>
                  </a:lnTo>
                  <a:lnTo>
                    <a:pt x="1879355" y="232811"/>
                  </a:lnTo>
                  <a:lnTo>
                    <a:pt x="1914679" y="260952"/>
                  </a:lnTo>
                  <a:lnTo>
                    <a:pt x="1948916" y="290459"/>
                  </a:lnTo>
                  <a:lnTo>
                    <a:pt x="1982031" y="321293"/>
                  </a:lnTo>
                  <a:lnTo>
                    <a:pt x="2013985" y="353415"/>
                  </a:lnTo>
                  <a:lnTo>
                    <a:pt x="2044743" y="386786"/>
                  </a:lnTo>
                  <a:lnTo>
                    <a:pt x="2074265" y="421368"/>
                  </a:lnTo>
                  <a:lnTo>
                    <a:pt x="2102517" y="457122"/>
                  </a:lnTo>
                  <a:lnTo>
                    <a:pt x="2129459" y="494009"/>
                  </a:lnTo>
                  <a:lnTo>
                    <a:pt x="2155057" y="531990"/>
                  </a:lnTo>
                  <a:lnTo>
                    <a:pt x="2179271" y="571026"/>
                  </a:lnTo>
                  <a:lnTo>
                    <a:pt x="2202066" y="611078"/>
                  </a:lnTo>
                  <a:lnTo>
                    <a:pt x="2223404" y="652109"/>
                  </a:lnTo>
                  <a:lnTo>
                    <a:pt x="2243248" y="694078"/>
                  </a:lnTo>
                  <a:lnTo>
                    <a:pt x="2261561" y="736947"/>
                  </a:lnTo>
                  <a:lnTo>
                    <a:pt x="2278306" y="780677"/>
                  </a:lnTo>
                  <a:lnTo>
                    <a:pt x="2293445" y="825229"/>
                  </a:lnTo>
                  <a:lnTo>
                    <a:pt x="2306943" y="870565"/>
                  </a:lnTo>
                  <a:lnTo>
                    <a:pt x="2318761" y="916646"/>
                  </a:lnTo>
                  <a:lnTo>
                    <a:pt x="2328862" y="963433"/>
                  </a:lnTo>
                  <a:lnTo>
                    <a:pt x="2337210" y="1010886"/>
                  </a:lnTo>
                  <a:lnTo>
                    <a:pt x="2343768" y="1058968"/>
                  </a:lnTo>
                  <a:lnTo>
                    <a:pt x="2348498" y="1107639"/>
                  </a:lnTo>
                  <a:lnTo>
                    <a:pt x="2351363" y="1156861"/>
                  </a:lnTo>
                  <a:lnTo>
                    <a:pt x="2352326" y="1206594"/>
                  </a:lnTo>
                  <a:lnTo>
                    <a:pt x="2351028" y="1244808"/>
                  </a:lnTo>
                  <a:lnTo>
                    <a:pt x="2347223" y="1290174"/>
                  </a:lnTo>
                  <a:lnTo>
                    <a:pt x="2341040" y="1340871"/>
                  </a:lnTo>
                  <a:lnTo>
                    <a:pt x="2332611" y="1395077"/>
                  </a:lnTo>
                  <a:lnTo>
                    <a:pt x="2322068" y="1450971"/>
                  </a:lnTo>
                  <a:lnTo>
                    <a:pt x="2309540" y="1506732"/>
                  </a:lnTo>
                  <a:lnTo>
                    <a:pt x="2295159" y="1560539"/>
                  </a:lnTo>
                  <a:lnTo>
                    <a:pt x="2279057" y="1610570"/>
                  </a:lnTo>
                  <a:lnTo>
                    <a:pt x="2261363" y="1655005"/>
                  </a:lnTo>
                  <a:lnTo>
                    <a:pt x="1176163" y="3719594"/>
                  </a:lnTo>
                  <a:close/>
                </a:path>
              </a:pathLst>
            </a:custGeom>
            <a:solidFill>
              <a:srgbClr val="E33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579059" y="3736265"/>
              <a:ext cx="1276985" cy="1278255"/>
            </a:xfrm>
            <a:custGeom>
              <a:avLst/>
              <a:gdLst/>
              <a:ahLst/>
              <a:cxnLst/>
              <a:rect l="l" t="t" r="r" b="b"/>
              <a:pathLst>
                <a:path w="1276984" h="1278254">
                  <a:moveTo>
                    <a:pt x="638235" y="1278204"/>
                  </a:moveTo>
                  <a:lnTo>
                    <a:pt x="590601" y="1276451"/>
                  </a:lnTo>
                  <a:lnTo>
                    <a:pt x="543918" y="1271275"/>
                  </a:lnTo>
                  <a:lnTo>
                    <a:pt x="498310" y="1262799"/>
                  </a:lnTo>
                  <a:lnTo>
                    <a:pt x="453899" y="1251146"/>
                  </a:lnTo>
                  <a:lnTo>
                    <a:pt x="410810" y="1236441"/>
                  </a:lnTo>
                  <a:lnTo>
                    <a:pt x="369165" y="1218807"/>
                  </a:lnTo>
                  <a:lnTo>
                    <a:pt x="329089" y="1198366"/>
                  </a:lnTo>
                  <a:lnTo>
                    <a:pt x="290703" y="1175244"/>
                  </a:lnTo>
                  <a:lnTo>
                    <a:pt x="254133" y="1149563"/>
                  </a:lnTo>
                  <a:lnTo>
                    <a:pt x="219500" y="1121448"/>
                  </a:lnTo>
                  <a:lnTo>
                    <a:pt x="186929" y="1091020"/>
                  </a:lnTo>
                  <a:lnTo>
                    <a:pt x="156543" y="1058405"/>
                  </a:lnTo>
                  <a:lnTo>
                    <a:pt x="128466" y="1023726"/>
                  </a:lnTo>
                  <a:lnTo>
                    <a:pt x="102820" y="987106"/>
                  </a:lnTo>
                  <a:lnTo>
                    <a:pt x="79729" y="948668"/>
                  </a:lnTo>
                  <a:lnTo>
                    <a:pt x="59317" y="908537"/>
                  </a:lnTo>
                  <a:lnTo>
                    <a:pt x="41706" y="866836"/>
                  </a:lnTo>
                  <a:lnTo>
                    <a:pt x="27021" y="823688"/>
                  </a:lnTo>
                  <a:lnTo>
                    <a:pt x="15384" y="779217"/>
                  </a:lnTo>
                  <a:lnTo>
                    <a:pt x="6919" y="733547"/>
                  </a:lnTo>
                  <a:lnTo>
                    <a:pt x="1750" y="686800"/>
                  </a:lnTo>
                  <a:lnTo>
                    <a:pt x="0" y="639102"/>
                  </a:lnTo>
                  <a:lnTo>
                    <a:pt x="1750" y="591403"/>
                  </a:lnTo>
                  <a:lnTo>
                    <a:pt x="6919" y="544657"/>
                  </a:lnTo>
                  <a:lnTo>
                    <a:pt x="15384" y="498987"/>
                  </a:lnTo>
                  <a:lnTo>
                    <a:pt x="27021" y="454516"/>
                  </a:lnTo>
                  <a:lnTo>
                    <a:pt x="41706" y="411368"/>
                  </a:lnTo>
                  <a:lnTo>
                    <a:pt x="59317" y="369667"/>
                  </a:lnTo>
                  <a:lnTo>
                    <a:pt x="79729" y="329536"/>
                  </a:lnTo>
                  <a:lnTo>
                    <a:pt x="102820" y="291098"/>
                  </a:lnTo>
                  <a:lnTo>
                    <a:pt x="128466" y="254478"/>
                  </a:lnTo>
                  <a:lnTo>
                    <a:pt x="156543" y="219798"/>
                  </a:lnTo>
                  <a:lnTo>
                    <a:pt x="186929" y="187183"/>
                  </a:lnTo>
                  <a:lnTo>
                    <a:pt x="219500" y="156756"/>
                  </a:lnTo>
                  <a:lnTo>
                    <a:pt x="254133" y="128640"/>
                  </a:lnTo>
                  <a:lnTo>
                    <a:pt x="290703" y="102960"/>
                  </a:lnTo>
                  <a:lnTo>
                    <a:pt x="329089" y="79837"/>
                  </a:lnTo>
                  <a:lnTo>
                    <a:pt x="369165" y="59397"/>
                  </a:lnTo>
                  <a:lnTo>
                    <a:pt x="410810" y="41763"/>
                  </a:lnTo>
                  <a:lnTo>
                    <a:pt x="453899" y="27057"/>
                  </a:lnTo>
                  <a:lnTo>
                    <a:pt x="498310" y="15405"/>
                  </a:lnTo>
                  <a:lnTo>
                    <a:pt x="543918" y="6929"/>
                  </a:lnTo>
                  <a:lnTo>
                    <a:pt x="590601" y="1752"/>
                  </a:lnTo>
                  <a:lnTo>
                    <a:pt x="638235" y="0"/>
                  </a:lnTo>
                  <a:lnTo>
                    <a:pt x="685869" y="1752"/>
                  </a:lnTo>
                  <a:lnTo>
                    <a:pt x="732552" y="6929"/>
                  </a:lnTo>
                  <a:lnTo>
                    <a:pt x="778160" y="15405"/>
                  </a:lnTo>
                  <a:lnTo>
                    <a:pt x="822571" y="27057"/>
                  </a:lnTo>
                  <a:lnTo>
                    <a:pt x="865660" y="41763"/>
                  </a:lnTo>
                  <a:lnTo>
                    <a:pt x="907305" y="59397"/>
                  </a:lnTo>
                  <a:lnTo>
                    <a:pt x="947381" y="79837"/>
                  </a:lnTo>
                  <a:lnTo>
                    <a:pt x="985767" y="102960"/>
                  </a:lnTo>
                  <a:lnTo>
                    <a:pt x="1022337" y="128640"/>
                  </a:lnTo>
                  <a:lnTo>
                    <a:pt x="1056970" y="156756"/>
                  </a:lnTo>
                  <a:lnTo>
                    <a:pt x="1089541" y="187183"/>
                  </a:lnTo>
                  <a:lnTo>
                    <a:pt x="1119927" y="219798"/>
                  </a:lnTo>
                  <a:lnTo>
                    <a:pt x="1148004" y="254478"/>
                  </a:lnTo>
                  <a:lnTo>
                    <a:pt x="1173650" y="291098"/>
                  </a:lnTo>
                  <a:lnTo>
                    <a:pt x="1196741" y="329536"/>
                  </a:lnTo>
                  <a:lnTo>
                    <a:pt x="1217153" y="369667"/>
                  </a:lnTo>
                  <a:lnTo>
                    <a:pt x="1234764" y="411368"/>
                  </a:lnTo>
                  <a:lnTo>
                    <a:pt x="1249449" y="454516"/>
                  </a:lnTo>
                  <a:lnTo>
                    <a:pt x="1261086" y="498987"/>
                  </a:lnTo>
                  <a:lnTo>
                    <a:pt x="1269551" y="544657"/>
                  </a:lnTo>
                  <a:lnTo>
                    <a:pt x="1274720" y="591403"/>
                  </a:lnTo>
                  <a:lnTo>
                    <a:pt x="1276471" y="639102"/>
                  </a:lnTo>
                  <a:lnTo>
                    <a:pt x="1274720" y="686800"/>
                  </a:lnTo>
                  <a:lnTo>
                    <a:pt x="1269551" y="733547"/>
                  </a:lnTo>
                  <a:lnTo>
                    <a:pt x="1261086" y="779217"/>
                  </a:lnTo>
                  <a:lnTo>
                    <a:pt x="1249449" y="823688"/>
                  </a:lnTo>
                  <a:lnTo>
                    <a:pt x="1234764" y="866836"/>
                  </a:lnTo>
                  <a:lnTo>
                    <a:pt x="1217153" y="908537"/>
                  </a:lnTo>
                  <a:lnTo>
                    <a:pt x="1196741" y="948668"/>
                  </a:lnTo>
                  <a:lnTo>
                    <a:pt x="1173650" y="987106"/>
                  </a:lnTo>
                  <a:lnTo>
                    <a:pt x="1148004" y="1023726"/>
                  </a:lnTo>
                  <a:lnTo>
                    <a:pt x="1119927" y="1058405"/>
                  </a:lnTo>
                  <a:lnTo>
                    <a:pt x="1089541" y="1091020"/>
                  </a:lnTo>
                  <a:lnTo>
                    <a:pt x="1056970" y="1121448"/>
                  </a:lnTo>
                  <a:lnTo>
                    <a:pt x="1022337" y="1149563"/>
                  </a:lnTo>
                  <a:lnTo>
                    <a:pt x="985767" y="1175244"/>
                  </a:lnTo>
                  <a:lnTo>
                    <a:pt x="947381" y="1198366"/>
                  </a:lnTo>
                  <a:lnTo>
                    <a:pt x="907305" y="1218807"/>
                  </a:lnTo>
                  <a:lnTo>
                    <a:pt x="865660" y="1236441"/>
                  </a:lnTo>
                  <a:lnTo>
                    <a:pt x="822571" y="1251146"/>
                  </a:lnTo>
                  <a:lnTo>
                    <a:pt x="778160" y="1262799"/>
                  </a:lnTo>
                  <a:lnTo>
                    <a:pt x="732552" y="1271275"/>
                  </a:lnTo>
                  <a:lnTo>
                    <a:pt x="685869" y="1276451"/>
                  </a:lnTo>
                  <a:lnTo>
                    <a:pt x="638235" y="12782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233258" y="7148714"/>
              <a:ext cx="94615" cy="3810"/>
            </a:xfrm>
            <a:custGeom>
              <a:avLst/>
              <a:gdLst/>
              <a:ahLst/>
              <a:cxnLst/>
              <a:rect l="l" t="t" r="r" b="b"/>
              <a:pathLst>
                <a:path w="94615" h="3809">
                  <a:moveTo>
                    <a:pt x="94612" y="3297"/>
                  </a:moveTo>
                  <a:lnTo>
                    <a:pt x="72664" y="1287"/>
                  </a:lnTo>
                  <a:lnTo>
                    <a:pt x="55493" y="287"/>
                  </a:lnTo>
                  <a:lnTo>
                    <a:pt x="34228" y="0"/>
                  </a:lnTo>
                  <a:lnTo>
                    <a:pt x="0" y="128"/>
                  </a:lnTo>
                </a:path>
              </a:pathLst>
            </a:custGeom>
            <a:ln w="63371">
              <a:solidFill>
                <a:srgbClr val="341F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459758" y="7126884"/>
              <a:ext cx="3618865" cy="1859914"/>
            </a:xfrm>
            <a:custGeom>
              <a:avLst/>
              <a:gdLst/>
              <a:ahLst/>
              <a:cxnLst/>
              <a:rect l="l" t="t" r="r" b="b"/>
              <a:pathLst>
                <a:path w="3618865" h="1859915">
                  <a:moveTo>
                    <a:pt x="3609463" y="0"/>
                  </a:moveTo>
                  <a:lnTo>
                    <a:pt x="3527353" y="12985"/>
                  </a:lnTo>
                  <a:lnTo>
                    <a:pt x="3478427" y="23328"/>
                  </a:lnTo>
                  <a:lnTo>
                    <a:pt x="3431393" y="35561"/>
                  </a:lnTo>
                  <a:lnTo>
                    <a:pt x="3386255" y="49683"/>
                  </a:lnTo>
                  <a:lnTo>
                    <a:pt x="3356289" y="59917"/>
                  </a:lnTo>
                  <a:lnTo>
                    <a:pt x="3376699" y="119899"/>
                  </a:lnTo>
                  <a:lnTo>
                    <a:pt x="3406665" y="109696"/>
                  </a:lnTo>
                  <a:lnTo>
                    <a:pt x="3449009" y="96441"/>
                  </a:lnTo>
                  <a:lnTo>
                    <a:pt x="3493216" y="84953"/>
                  </a:lnTo>
                  <a:lnTo>
                    <a:pt x="3539286" y="75230"/>
                  </a:lnTo>
                  <a:lnTo>
                    <a:pt x="3587219" y="67268"/>
                  </a:lnTo>
                  <a:lnTo>
                    <a:pt x="3618545" y="62706"/>
                  </a:lnTo>
                  <a:lnTo>
                    <a:pt x="3609463" y="0"/>
                  </a:lnTo>
                  <a:close/>
                </a:path>
                <a:path w="3618865" h="1859915">
                  <a:moveTo>
                    <a:pt x="3232977" y="119803"/>
                  </a:moveTo>
                  <a:lnTo>
                    <a:pt x="3164990" y="169213"/>
                  </a:lnTo>
                  <a:lnTo>
                    <a:pt x="3127104" y="203521"/>
                  </a:lnTo>
                  <a:lnTo>
                    <a:pt x="3093211" y="240640"/>
                  </a:lnTo>
                  <a:lnTo>
                    <a:pt x="3063308" y="280577"/>
                  </a:lnTo>
                  <a:lnTo>
                    <a:pt x="3045589" y="306813"/>
                  </a:lnTo>
                  <a:lnTo>
                    <a:pt x="3098021" y="342301"/>
                  </a:lnTo>
                  <a:lnTo>
                    <a:pt x="3115741" y="316065"/>
                  </a:lnTo>
                  <a:lnTo>
                    <a:pt x="3142077" y="280931"/>
                  </a:lnTo>
                  <a:lnTo>
                    <a:pt x="3172006" y="248206"/>
                  </a:lnTo>
                  <a:lnTo>
                    <a:pt x="3205524" y="217899"/>
                  </a:lnTo>
                  <a:lnTo>
                    <a:pt x="3242628" y="190019"/>
                  </a:lnTo>
                  <a:lnTo>
                    <a:pt x="3268734" y="172117"/>
                  </a:lnTo>
                  <a:lnTo>
                    <a:pt x="3232977" y="119803"/>
                  </a:lnTo>
                  <a:close/>
                </a:path>
                <a:path w="3618865" h="1859915">
                  <a:moveTo>
                    <a:pt x="2991416" y="436471"/>
                  </a:moveTo>
                  <a:lnTo>
                    <a:pt x="2984644" y="467428"/>
                  </a:lnTo>
                  <a:lnTo>
                    <a:pt x="2976248" y="514344"/>
                  </a:lnTo>
                  <a:lnTo>
                    <a:pt x="2971133" y="563218"/>
                  </a:lnTo>
                  <a:lnTo>
                    <a:pt x="2969293" y="614047"/>
                  </a:lnTo>
                  <a:lnTo>
                    <a:pt x="2970722" y="666827"/>
                  </a:lnTo>
                  <a:lnTo>
                    <a:pt x="2972557" y="698481"/>
                  </a:lnTo>
                  <a:lnTo>
                    <a:pt x="3035748" y="694837"/>
                  </a:lnTo>
                  <a:lnTo>
                    <a:pt x="3033912" y="663215"/>
                  </a:lnTo>
                  <a:lnTo>
                    <a:pt x="3032578" y="614753"/>
                  </a:lnTo>
                  <a:lnTo>
                    <a:pt x="3034225" y="568229"/>
                  </a:lnTo>
                  <a:lnTo>
                    <a:pt x="3038856" y="523641"/>
                  </a:lnTo>
                  <a:lnTo>
                    <a:pt x="3046475" y="480990"/>
                  </a:lnTo>
                  <a:lnTo>
                    <a:pt x="3053214" y="450033"/>
                  </a:lnTo>
                  <a:lnTo>
                    <a:pt x="2991416" y="436471"/>
                  </a:lnTo>
                  <a:close/>
                </a:path>
                <a:path w="3618865" h="1859915">
                  <a:moveTo>
                    <a:pt x="2971354" y="817303"/>
                  </a:moveTo>
                  <a:lnTo>
                    <a:pt x="2951779" y="891110"/>
                  </a:lnTo>
                  <a:lnTo>
                    <a:pt x="2935820" y="933063"/>
                  </a:lnTo>
                  <a:lnTo>
                    <a:pt x="2916134" y="973987"/>
                  </a:lnTo>
                  <a:lnTo>
                    <a:pt x="2892722" y="1013881"/>
                  </a:lnTo>
                  <a:lnTo>
                    <a:pt x="2875635" y="1040529"/>
                  </a:lnTo>
                  <a:lnTo>
                    <a:pt x="2928890" y="1074781"/>
                  </a:lnTo>
                  <a:lnTo>
                    <a:pt x="2972077" y="1003617"/>
                  </a:lnTo>
                  <a:lnTo>
                    <a:pt x="2994038" y="957897"/>
                  </a:lnTo>
                  <a:lnTo>
                    <a:pt x="3011865" y="910970"/>
                  </a:lnTo>
                  <a:lnTo>
                    <a:pt x="3025559" y="862835"/>
                  </a:lnTo>
                  <a:lnTo>
                    <a:pt x="3032931" y="832037"/>
                  </a:lnTo>
                  <a:lnTo>
                    <a:pt x="2971354" y="817303"/>
                  </a:lnTo>
                  <a:close/>
                </a:path>
                <a:path w="3618865" h="1859915">
                  <a:moveTo>
                    <a:pt x="2796813" y="1130295"/>
                  </a:moveTo>
                  <a:lnTo>
                    <a:pt x="2738626" y="1179395"/>
                  </a:lnTo>
                  <a:lnTo>
                    <a:pt x="2701853" y="1206305"/>
                  </a:lnTo>
                  <a:lnTo>
                    <a:pt x="2662635" y="1231879"/>
                  </a:lnTo>
                  <a:lnTo>
                    <a:pt x="2620974" y="1256119"/>
                  </a:lnTo>
                  <a:lnTo>
                    <a:pt x="2593223" y="1271392"/>
                  </a:lnTo>
                  <a:lnTo>
                    <a:pt x="2623695" y="1326937"/>
                  </a:lnTo>
                  <a:lnTo>
                    <a:pt x="2696031" y="1285707"/>
                  </a:lnTo>
                  <a:lnTo>
                    <a:pt x="2738084" y="1258262"/>
                  </a:lnTo>
                  <a:lnTo>
                    <a:pt x="2777597" y="1229325"/>
                  </a:lnTo>
                  <a:lnTo>
                    <a:pt x="2814564" y="1198895"/>
                  </a:lnTo>
                  <a:lnTo>
                    <a:pt x="2838423" y="1178077"/>
                  </a:lnTo>
                  <a:lnTo>
                    <a:pt x="2796813" y="1130295"/>
                  </a:lnTo>
                  <a:close/>
                </a:path>
                <a:path w="3618865" h="1859915">
                  <a:moveTo>
                    <a:pt x="2480859" y="1321360"/>
                  </a:moveTo>
                  <a:lnTo>
                    <a:pt x="2408326" y="1346830"/>
                  </a:lnTo>
                  <a:lnTo>
                    <a:pt x="2364018" y="1360595"/>
                  </a:lnTo>
                  <a:lnTo>
                    <a:pt x="2318191" y="1373398"/>
                  </a:lnTo>
                  <a:lnTo>
                    <a:pt x="2270846" y="1385239"/>
                  </a:lnTo>
                  <a:lnTo>
                    <a:pt x="2240057" y="1392527"/>
                  </a:lnTo>
                  <a:lnTo>
                    <a:pt x="2254581" y="1454219"/>
                  </a:lnTo>
                  <a:lnTo>
                    <a:pt x="2334484" y="1434639"/>
                  </a:lnTo>
                  <a:lnTo>
                    <a:pt x="2382059" y="1421337"/>
                  </a:lnTo>
                  <a:lnTo>
                    <a:pt x="2428096" y="1407025"/>
                  </a:lnTo>
                  <a:lnTo>
                    <a:pt x="2472600" y="1391703"/>
                  </a:lnTo>
                  <a:lnTo>
                    <a:pt x="2502376" y="1380961"/>
                  </a:lnTo>
                  <a:lnTo>
                    <a:pt x="2480859" y="1321360"/>
                  </a:lnTo>
                  <a:close/>
                </a:path>
                <a:path w="3618865" h="1859915">
                  <a:moveTo>
                    <a:pt x="2116777" y="1415721"/>
                  </a:moveTo>
                  <a:lnTo>
                    <a:pt x="2039868" y="1426595"/>
                  </a:lnTo>
                  <a:lnTo>
                    <a:pt x="1993255" y="1432177"/>
                  </a:lnTo>
                  <a:lnTo>
                    <a:pt x="1945617" y="1437064"/>
                  </a:lnTo>
                  <a:lnTo>
                    <a:pt x="1865407" y="1443731"/>
                  </a:lnTo>
                  <a:lnTo>
                    <a:pt x="1870343" y="1506912"/>
                  </a:lnTo>
                  <a:lnTo>
                    <a:pt x="1951620" y="1500145"/>
                  </a:lnTo>
                  <a:lnTo>
                    <a:pt x="2000324" y="1495145"/>
                  </a:lnTo>
                  <a:lnTo>
                    <a:pt x="2047994" y="1489438"/>
                  </a:lnTo>
                  <a:lnTo>
                    <a:pt x="2125953" y="1478427"/>
                  </a:lnTo>
                  <a:lnTo>
                    <a:pt x="2116777" y="1415721"/>
                  </a:lnTo>
                  <a:close/>
                </a:path>
                <a:path w="3618865" h="1859915">
                  <a:moveTo>
                    <a:pt x="1484522" y="1451018"/>
                  </a:moveTo>
                  <a:lnTo>
                    <a:pt x="1484111" y="1514390"/>
                  </a:lnTo>
                  <a:lnTo>
                    <a:pt x="1576361" y="1515199"/>
                  </a:lnTo>
                  <a:lnTo>
                    <a:pt x="1627801" y="1515154"/>
                  </a:lnTo>
                  <a:lnTo>
                    <a:pt x="1740576" y="1513376"/>
                  </a:lnTo>
                  <a:lnTo>
                    <a:pt x="1739103" y="1451977"/>
                  </a:lnTo>
                  <a:lnTo>
                    <a:pt x="1619672" y="1451977"/>
                  </a:lnTo>
                  <a:lnTo>
                    <a:pt x="1574815" y="1451875"/>
                  </a:lnTo>
                  <a:lnTo>
                    <a:pt x="1484522" y="1451018"/>
                  </a:lnTo>
                  <a:close/>
                </a:path>
                <a:path w="3618865" h="1859915">
                  <a:moveTo>
                    <a:pt x="1739057" y="1450036"/>
                  </a:moveTo>
                  <a:lnTo>
                    <a:pt x="1663871" y="1451616"/>
                  </a:lnTo>
                  <a:lnTo>
                    <a:pt x="1619672" y="1451977"/>
                  </a:lnTo>
                  <a:lnTo>
                    <a:pt x="1739103" y="1451977"/>
                  </a:lnTo>
                  <a:lnTo>
                    <a:pt x="1739057" y="1450036"/>
                  </a:lnTo>
                  <a:close/>
                </a:path>
                <a:path w="3618865" h="1859915">
                  <a:moveTo>
                    <a:pt x="1354533" y="1454124"/>
                  </a:moveTo>
                  <a:lnTo>
                    <a:pt x="1274525" y="1457688"/>
                  </a:lnTo>
                  <a:lnTo>
                    <a:pt x="1178375" y="1463426"/>
                  </a:lnTo>
                  <a:lnTo>
                    <a:pt x="1099049" y="1469396"/>
                  </a:lnTo>
                  <a:lnTo>
                    <a:pt x="1103986" y="1532578"/>
                  </a:lnTo>
                  <a:lnTo>
                    <a:pt x="1182742" y="1526636"/>
                  </a:lnTo>
                  <a:lnTo>
                    <a:pt x="1277753" y="1520967"/>
                  </a:lnTo>
                  <a:lnTo>
                    <a:pt x="1357160" y="1517432"/>
                  </a:lnTo>
                  <a:lnTo>
                    <a:pt x="1354533" y="1454124"/>
                  </a:lnTo>
                  <a:close/>
                </a:path>
                <a:path w="3618865" h="1859915">
                  <a:moveTo>
                    <a:pt x="970421" y="1481975"/>
                  </a:moveTo>
                  <a:lnTo>
                    <a:pt x="889530" y="1491887"/>
                  </a:lnTo>
                  <a:lnTo>
                    <a:pt x="841081" y="1498519"/>
                  </a:lnTo>
                  <a:lnTo>
                    <a:pt x="793653" y="1505610"/>
                  </a:lnTo>
                  <a:lnTo>
                    <a:pt x="716045" y="1518446"/>
                  </a:lnTo>
                  <a:lnTo>
                    <a:pt x="726582" y="1580930"/>
                  </a:lnTo>
                  <a:lnTo>
                    <a:pt x="803430" y="1568212"/>
                  </a:lnTo>
                  <a:lnTo>
                    <a:pt x="850096" y="1561237"/>
                  </a:lnTo>
                  <a:lnTo>
                    <a:pt x="897776" y="1554714"/>
                  </a:lnTo>
                  <a:lnTo>
                    <a:pt x="977889" y="1544903"/>
                  </a:lnTo>
                  <a:lnTo>
                    <a:pt x="970421" y="1481975"/>
                  </a:lnTo>
                  <a:close/>
                </a:path>
                <a:path w="3618865" h="1859915">
                  <a:moveTo>
                    <a:pt x="587733" y="1544175"/>
                  </a:moveTo>
                  <a:lnTo>
                    <a:pt x="507298" y="1563821"/>
                  </a:lnTo>
                  <a:lnTo>
                    <a:pt x="459505" y="1576795"/>
                  </a:lnTo>
                  <a:lnTo>
                    <a:pt x="413569" y="1590411"/>
                  </a:lnTo>
                  <a:lnTo>
                    <a:pt x="369493" y="1604663"/>
                  </a:lnTo>
                  <a:lnTo>
                    <a:pt x="339527" y="1614802"/>
                  </a:lnTo>
                  <a:lnTo>
                    <a:pt x="359778" y="1674847"/>
                  </a:lnTo>
                  <a:lnTo>
                    <a:pt x="389744" y="1664707"/>
                  </a:lnTo>
                  <a:lnTo>
                    <a:pt x="432414" y="1650900"/>
                  </a:lnTo>
                  <a:lnTo>
                    <a:pt x="476936" y="1637707"/>
                  </a:lnTo>
                  <a:lnTo>
                    <a:pt x="523308" y="1625126"/>
                  </a:lnTo>
                  <a:lnTo>
                    <a:pt x="571532" y="1613155"/>
                  </a:lnTo>
                  <a:lnTo>
                    <a:pt x="602320" y="1605867"/>
                  </a:lnTo>
                  <a:lnTo>
                    <a:pt x="587733" y="1544175"/>
                  </a:lnTo>
                  <a:close/>
                </a:path>
                <a:path w="3618865" h="1859915">
                  <a:moveTo>
                    <a:pt x="216753" y="1665373"/>
                  </a:moveTo>
                  <a:lnTo>
                    <a:pt x="141186" y="1705802"/>
                  </a:lnTo>
                  <a:lnTo>
                    <a:pt x="97839" y="1733077"/>
                  </a:lnTo>
                  <a:lnTo>
                    <a:pt x="58551" y="1761648"/>
                  </a:lnTo>
                  <a:lnTo>
                    <a:pt x="23320" y="1791514"/>
                  </a:lnTo>
                  <a:lnTo>
                    <a:pt x="0" y="1812934"/>
                  </a:lnTo>
                  <a:lnTo>
                    <a:pt x="42781" y="1859638"/>
                  </a:lnTo>
                  <a:lnTo>
                    <a:pt x="66101" y="1838219"/>
                  </a:lnTo>
                  <a:lnTo>
                    <a:pt x="98092" y="1811133"/>
                  </a:lnTo>
                  <a:lnTo>
                    <a:pt x="133975" y="1785105"/>
                  </a:lnTo>
                  <a:lnTo>
                    <a:pt x="173750" y="1760135"/>
                  </a:lnTo>
                  <a:lnTo>
                    <a:pt x="217417" y="1736222"/>
                  </a:lnTo>
                  <a:lnTo>
                    <a:pt x="245579" y="1721774"/>
                  </a:lnTo>
                  <a:lnTo>
                    <a:pt x="216753" y="1665373"/>
                  </a:lnTo>
                  <a:close/>
                </a:path>
              </a:pathLst>
            </a:custGeom>
            <a:solidFill>
              <a:srgbClr val="341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80429" y="9099420"/>
              <a:ext cx="17145" cy="93345"/>
            </a:xfrm>
            <a:custGeom>
              <a:avLst/>
              <a:gdLst/>
              <a:ahLst/>
              <a:cxnLst/>
              <a:rect l="l" t="t" r="r" b="b"/>
              <a:pathLst>
                <a:path w="17145" h="93345">
                  <a:moveTo>
                    <a:pt x="16770" y="0"/>
                  </a:moveTo>
                  <a:lnTo>
                    <a:pt x="10145" y="22219"/>
                  </a:lnTo>
                  <a:lnTo>
                    <a:pt x="5062" y="45152"/>
                  </a:lnTo>
                  <a:lnTo>
                    <a:pt x="1641" y="68797"/>
                  </a:lnTo>
                  <a:lnTo>
                    <a:pt x="0" y="93156"/>
                  </a:lnTo>
                </a:path>
              </a:pathLst>
            </a:custGeom>
            <a:ln w="63288">
              <a:solidFill>
                <a:srgbClr val="341F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1812" y="396363"/>
            <a:ext cx="14684375" cy="187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97880" marR="5080" indent="-5885815">
              <a:lnSpc>
                <a:spcPct val="116599"/>
              </a:lnSpc>
              <a:spcBef>
                <a:spcPts val="100"/>
              </a:spcBef>
            </a:pPr>
            <a:r>
              <a:rPr spc="-5" dirty="0"/>
              <a:t>GMB Allows People to Leave Reviews of Your  Business</a:t>
            </a:r>
          </a:p>
        </p:txBody>
      </p:sp>
      <p:sp>
        <p:nvSpPr>
          <p:cNvPr id="3" name="object 3"/>
          <p:cNvSpPr/>
          <p:nvPr/>
        </p:nvSpPr>
        <p:spPr>
          <a:xfrm>
            <a:off x="1466850" y="3387028"/>
            <a:ext cx="180975" cy="180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66850" y="4091878"/>
            <a:ext cx="180975" cy="180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66850" y="4796728"/>
            <a:ext cx="180975" cy="180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79501" y="3047297"/>
            <a:ext cx="6830059" cy="3549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4000" spc="-25" dirty="0">
                <a:latin typeface="Noto Sans"/>
                <a:cs typeface="Noto Sans"/>
              </a:rPr>
              <a:t>Reviews </a:t>
            </a:r>
            <a:r>
              <a:rPr sz="4000" spc="-55" dirty="0">
                <a:latin typeface="Noto Sans"/>
                <a:cs typeface="Noto Sans"/>
              </a:rPr>
              <a:t>Improve </a:t>
            </a:r>
            <a:r>
              <a:rPr sz="4000" spc="-20" dirty="0">
                <a:latin typeface="Noto Sans"/>
                <a:cs typeface="Noto Sans"/>
              </a:rPr>
              <a:t>Local </a:t>
            </a:r>
            <a:r>
              <a:rPr sz="4000" spc="-10" dirty="0">
                <a:latin typeface="Noto Sans"/>
                <a:cs typeface="Noto Sans"/>
              </a:rPr>
              <a:t>SEO  </a:t>
            </a:r>
            <a:r>
              <a:rPr sz="4000" spc="-25" dirty="0">
                <a:latin typeface="Noto Sans"/>
                <a:cs typeface="Noto Sans"/>
              </a:rPr>
              <a:t>Reviews </a:t>
            </a:r>
            <a:r>
              <a:rPr sz="4000" spc="-50" dirty="0">
                <a:latin typeface="Noto Sans"/>
                <a:cs typeface="Noto Sans"/>
              </a:rPr>
              <a:t>Increase </a:t>
            </a:r>
            <a:r>
              <a:rPr sz="4000" spc="-15" dirty="0">
                <a:latin typeface="Noto Sans"/>
                <a:cs typeface="Noto Sans"/>
              </a:rPr>
              <a:t>Sales  </a:t>
            </a:r>
            <a:r>
              <a:rPr sz="4000" spc="-25" dirty="0">
                <a:latin typeface="Noto Sans"/>
                <a:cs typeface="Noto Sans"/>
              </a:rPr>
              <a:t>Reviews </a:t>
            </a:r>
            <a:r>
              <a:rPr sz="4000" spc="-20" dirty="0">
                <a:latin typeface="Noto Sans"/>
                <a:cs typeface="Noto Sans"/>
              </a:rPr>
              <a:t>Show </a:t>
            </a:r>
            <a:r>
              <a:rPr sz="4000" spc="-30" dirty="0">
                <a:latin typeface="Noto Sans"/>
                <a:cs typeface="Noto Sans"/>
              </a:rPr>
              <a:t>What  </a:t>
            </a:r>
            <a:r>
              <a:rPr sz="4000" spc="-20" dirty="0">
                <a:latin typeface="Noto Sans"/>
                <a:cs typeface="Noto Sans"/>
              </a:rPr>
              <a:t>Customers </a:t>
            </a:r>
            <a:r>
              <a:rPr sz="4000" spc="-25" dirty="0">
                <a:latin typeface="Noto Sans"/>
                <a:cs typeface="Noto Sans"/>
              </a:rPr>
              <a:t>Think About </a:t>
            </a:r>
            <a:r>
              <a:rPr sz="4000" spc="-20" dirty="0">
                <a:latin typeface="Noto Sans"/>
                <a:cs typeface="Noto Sans"/>
              </a:rPr>
              <a:t>Your  Business</a:t>
            </a:r>
            <a:endParaRPr sz="4000">
              <a:latin typeface="Noto Sans"/>
              <a:cs typeface="Noto San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207648" y="3171157"/>
            <a:ext cx="6237605" cy="5021580"/>
            <a:chOff x="11207648" y="3171157"/>
            <a:chExt cx="6237605" cy="5021580"/>
          </a:xfrm>
        </p:grpSpPr>
        <p:sp>
          <p:nvSpPr>
            <p:cNvPr id="8" name="object 8"/>
            <p:cNvSpPr/>
            <p:nvPr/>
          </p:nvSpPr>
          <p:spPr>
            <a:xfrm>
              <a:off x="14473492" y="3262019"/>
              <a:ext cx="1932305" cy="551815"/>
            </a:xfrm>
            <a:custGeom>
              <a:avLst/>
              <a:gdLst/>
              <a:ahLst/>
              <a:cxnLst/>
              <a:rect l="l" t="t" r="r" b="b"/>
              <a:pathLst>
                <a:path w="1932305" h="551814">
                  <a:moveTo>
                    <a:pt x="1932228" y="0"/>
                  </a:moveTo>
                  <a:lnTo>
                    <a:pt x="0" y="0"/>
                  </a:lnTo>
                  <a:lnTo>
                    <a:pt x="0" y="460844"/>
                  </a:lnTo>
                  <a:lnTo>
                    <a:pt x="0" y="551700"/>
                  </a:lnTo>
                  <a:lnTo>
                    <a:pt x="1932228" y="551700"/>
                  </a:lnTo>
                  <a:lnTo>
                    <a:pt x="1932228" y="460844"/>
                  </a:lnTo>
                  <a:lnTo>
                    <a:pt x="1932228" y="0"/>
                  </a:lnTo>
                  <a:close/>
                </a:path>
              </a:pathLst>
            </a:custGeom>
            <a:solidFill>
              <a:srgbClr val="6687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80861" y="4107331"/>
              <a:ext cx="4018915" cy="3625850"/>
            </a:xfrm>
            <a:custGeom>
              <a:avLst/>
              <a:gdLst/>
              <a:ahLst/>
              <a:cxnLst/>
              <a:rect l="l" t="t" r="r" b="b"/>
              <a:pathLst>
                <a:path w="4018915" h="3625850">
                  <a:moveTo>
                    <a:pt x="3551605" y="3550005"/>
                  </a:moveTo>
                  <a:lnTo>
                    <a:pt x="3545459" y="3500234"/>
                  </a:lnTo>
                  <a:lnTo>
                    <a:pt x="3533876" y="3453269"/>
                  </a:lnTo>
                  <a:lnTo>
                    <a:pt x="3518547" y="3407753"/>
                  </a:lnTo>
                  <a:lnTo>
                    <a:pt x="3499675" y="3363861"/>
                  </a:lnTo>
                  <a:lnTo>
                    <a:pt x="3477387" y="3321748"/>
                  </a:lnTo>
                  <a:lnTo>
                    <a:pt x="3451872" y="3281603"/>
                  </a:lnTo>
                  <a:lnTo>
                    <a:pt x="3423285" y="3243554"/>
                  </a:lnTo>
                  <a:lnTo>
                    <a:pt x="3391789" y="3207804"/>
                  </a:lnTo>
                  <a:lnTo>
                    <a:pt x="3357537" y="3174492"/>
                  </a:lnTo>
                  <a:lnTo>
                    <a:pt x="3320719" y="3143783"/>
                  </a:lnTo>
                  <a:lnTo>
                    <a:pt x="3281489" y="3115843"/>
                  </a:lnTo>
                  <a:lnTo>
                    <a:pt x="3240011" y="3090849"/>
                  </a:lnTo>
                  <a:lnTo>
                    <a:pt x="3196475" y="3066681"/>
                  </a:lnTo>
                  <a:lnTo>
                    <a:pt x="3152241" y="3041777"/>
                  </a:lnTo>
                  <a:lnTo>
                    <a:pt x="3108299" y="3016631"/>
                  </a:lnTo>
                  <a:lnTo>
                    <a:pt x="3065653" y="2991713"/>
                  </a:lnTo>
                  <a:lnTo>
                    <a:pt x="3025305" y="2967520"/>
                  </a:lnTo>
                  <a:lnTo>
                    <a:pt x="2988272" y="2944520"/>
                  </a:lnTo>
                  <a:lnTo>
                    <a:pt x="2955556" y="2923222"/>
                  </a:lnTo>
                  <a:lnTo>
                    <a:pt x="2786049" y="2863456"/>
                  </a:lnTo>
                  <a:lnTo>
                    <a:pt x="2557284" y="2828785"/>
                  </a:lnTo>
                  <a:lnTo>
                    <a:pt x="2356256" y="2812732"/>
                  </a:lnTo>
                  <a:lnTo>
                    <a:pt x="2269921" y="2808821"/>
                  </a:lnTo>
                  <a:lnTo>
                    <a:pt x="1221930" y="2799626"/>
                  </a:lnTo>
                  <a:lnTo>
                    <a:pt x="1179525" y="2791980"/>
                  </a:lnTo>
                  <a:lnTo>
                    <a:pt x="1142961" y="2771343"/>
                  </a:lnTo>
                  <a:lnTo>
                    <a:pt x="1115060" y="2739974"/>
                  </a:lnTo>
                  <a:lnTo>
                    <a:pt x="1098613" y="2700121"/>
                  </a:lnTo>
                  <a:lnTo>
                    <a:pt x="963409" y="2102878"/>
                  </a:lnTo>
                  <a:lnTo>
                    <a:pt x="0" y="2391994"/>
                  </a:lnTo>
                  <a:lnTo>
                    <a:pt x="158508" y="2973565"/>
                  </a:lnTo>
                  <a:lnTo>
                    <a:pt x="172339" y="3020403"/>
                  </a:lnTo>
                  <a:lnTo>
                    <a:pt x="188150" y="3066580"/>
                  </a:lnTo>
                  <a:lnTo>
                    <a:pt x="205994" y="3111957"/>
                  </a:lnTo>
                  <a:lnTo>
                    <a:pt x="225894" y="3156432"/>
                  </a:lnTo>
                  <a:lnTo>
                    <a:pt x="247904" y="3199892"/>
                  </a:lnTo>
                  <a:lnTo>
                    <a:pt x="272072" y="3242221"/>
                  </a:lnTo>
                  <a:lnTo>
                    <a:pt x="298411" y="3283305"/>
                  </a:lnTo>
                  <a:lnTo>
                    <a:pt x="320929" y="3314979"/>
                  </a:lnTo>
                  <a:lnTo>
                    <a:pt x="345541" y="3346373"/>
                  </a:lnTo>
                  <a:lnTo>
                    <a:pt x="372402" y="3377133"/>
                  </a:lnTo>
                  <a:lnTo>
                    <a:pt x="401662" y="3406876"/>
                  </a:lnTo>
                  <a:lnTo>
                    <a:pt x="433476" y="3435223"/>
                  </a:lnTo>
                  <a:lnTo>
                    <a:pt x="467995" y="3461816"/>
                  </a:lnTo>
                  <a:lnTo>
                    <a:pt x="505358" y="3486277"/>
                  </a:lnTo>
                  <a:lnTo>
                    <a:pt x="545719" y="3508235"/>
                  </a:lnTo>
                  <a:lnTo>
                    <a:pt x="589241" y="3527310"/>
                  </a:lnTo>
                  <a:lnTo>
                    <a:pt x="636054" y="3543135"/>
                  </a:lnTo>
                  <a:lnTo>
                    <a:pt x="686333" y="3555327"/>
                  </a:lnTo>
                  <a:lnTo>
                    <a:pt x="740194" y="3563531"/>
                  </a:lnTo>
                  <a:lnTo>
                    <a:pt x="797826" y="3567366"/>
                  </a:lnTo>
                  <a:lnTo>
                    <a:pt x="859345" y="3566452"/>
                  </a:lnTo>
                  <a:lnTo>
                    <a:pt x="2627858" y="3471405"/>
                  </a:lnTo>
                  <a:lnTo>
                    <a:pt x="2762224" y="3477374"/>
                  </a:lnTo>
                  <a:lnTo>
                    <a:pt x="2922752" y="3478949"/>
                  </a:lnTo>
                  <a:lnTo>
                    <a:pt x="3057296" y="3478314"/>
                  </a:lnTo>
                  <a:lnTo>
                    <a:pt x="3113735" y="3477615"/>
                  </a:lnTo>
                  <a:lnTo>
                    <a:pt x="3174454" y="3567900"/>
                  </a:lnTo>
                  <a:lnTo>
                    <a:pt x="3212554" y="3612832"/>
                  </a:lnTo>
                  <a:lnTo>
                    <a:pt x="3244088" y="3625812"/>
                  </a:lnTo>
                  <a:lnTo>
                    <a:pt x="3285134" y="3620160"/>
                  </a:lnTo>
                  <a:lnTo>
                    <a:pt x="3317621" y="3588613"/>
                  </a:lnTo>
                  <a:lnTo>
                    <a:pt x="3322612" y="3532936"/>
                  </a:lnTo>
                  <a:lnTo>
                    <a:pt x="3314827" y="3479889"/>
                  </a:lnTo>
                  <a:lnTo>
                    <a:pt x="3308959" y="3456254"/>
                  </a:lnTo>
                  <a:lnTo>
                    <a:pt x="3422573" y="3555631"/>
                  </a:lnTo>
                  <a:lnTo>
                    <a:pt x="3484981" y="3601682"/>
                  </a:lnTo>
                  <a:lnTo>
                    <a:pt x="3518255" y="3606076"/>
                  </a:lnTo>
                  <a:lnTo>
                    <a:pt x="3544481" y="3580447"/>
                  </a:lnTo>
                  <a:lnTo>
                    <a:pt x="3549942" y="3568077"/>
                  </a:lnTo>
                  <a:lnTo>
                    <a:pt x="3551605" y="3550005"/>
                  </a:lnTo>
                  <a:close/>
                </a:path>
                <a:path w="4018915" h="3625850">
                  <a:moveTo>
                    <a:pt x="4018343" y="0"/>
                  </a:moveTo>
                  <a:lnTo>
                    <a:pt x="1795360" y="0"/>
                  </a:lnTo>
                  <a:lnTo>
                    <a:pt x="1795360" y="2604922"/>
                  </a:lnTo>
                  <a:lnTo>
                    <a:pt x="4018343" y="2604922"/>
                  </a:lnTo>
                  <a:lnTo>
                    <a:pt x="4018343" y="0"/>
                  </a:lnTo>
                  <a:close/>
                </a:path>
              </a:pathLst>
            </a:custGeom>
            <a:solidFill>
              <a:srgbClr val="F574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80870" y="6210199"/>
              <a:ext cx="3552190" cy="1518285"/>
            </a:xfrm>
            <a:custGeom>
              <a:avLst/>
              <a:gdLst/>
              <a:ahLst/>
              <a:cxnLst/>
              <a:rect l="l" t="t" r="r" b="b"/>
              <a:pathLst>
                <a:path w="3552190" h="1518284">
                  <a:moveTo>
                    <a:pt x="3279221" y="1518181"/>
                  </a:moveTo>
                  <a:lnTo>
                    <a:pt x="3276196" y="1518181"/>
                  </a:lnTo>
                  <a:lnTo>
                    <a:pt x="3222153" y="1495769"/>
                  </a:lnTo>
                  <a:lnTo>
                    <a:pt x="3169490" y="1446462"/>
                  </a:lnTo>
                  <a:lnTo>
                    <a:pt x="3129565" y="1397155"/>
                  </a:lnTo>
                  <a:lnTo>
                    <a:pt x="3113733" y="1374743"/>
                  </a:lnTo>
                  <a:lnTo>
                    <a:pt x="3028888" y="1375892"/>
                  </a:lnTo>
                  <a:lnTo>
                    <a:pt x="2930467" y="1376056"/>
                  </a:lnTo>
                  <a:lnTo>
                    <a:pt x="2876235" y="1375920"/>
                  </a:lnTo>
                  <a:lnTo>
                    <a:pt x="2820746" y="1375453"/>
                  </a:lnTo>
                  <a:lnTo>
                    <a:pt x="2766082" y="1374568"/>
                  </a:lnTo>
                  <a:lnTo>
                    <a:pt x="2714325" y="1373178"/>
                  </a:lnTo>
                  <a:lnTo>
                    <a:pt x="2667555" y="1371197"/>
                  </a:lnTo>
                  <a:lnTo>
                    <a:pt x="2627855" y="1368537"/>
                  </a:lnTo>
                  <a:lnTo>
                    <a:pt x="848578" y="1464099"/>
                  </a:lnTo>
                  <a:lnTo>
                    <a:pt x="827421" y="1464686"/>
                  </a:lnTo>
                  <a:lnTo>
                    <a:pt x="817005" y="1464759"/>
                  </a:lnTo>
                  <a:lnTo>
                    <a:pt x="756766" y="1462276"/>
                  </a:lnTo>
                  <a:lnTo>
                    <a:pt x="700509" y="1455092"/>
                  </a:lnTo>
                  <a:lnTo>
                    <a:pt x="648073" y="1443608"/>
                  </a:lnTo>
                  <a:lnTo>
                    <a:pt x="599297" y="1428225"/>
                  </a:lnTo>
                  <a:lnTo>
                    <a:pt x="554020" y="1409344"/>
                  </a:lnTo>
                  <a:lnTo>
                    <a:pt x="512081" y="1387366"/>
                  </a:lnTo>
                  <a:lnTo>
                    <a:pt x="473318" y="1362690"/>
                  </a:lnTo>
                  <a:lnTo>
                    <a:pt x="437569" y="1335718"/>
                  </a:lnTo>
                  <a:lnTo>
                    <a:pt x="404675" y="1306850"/>
                  </a:lnTo>
                  <a:lnTo>
                    <a:pt x="374473" y="1276488"/>
                  </a:lnTo>
                  <a:lnTo>
                    <a:pt x="346803" y="1245030"/>
                  </a:lnTo>
                  <a:lnTo>
                    <a:pt x="321503" y="1212879"/>
                  </a:lnTo>
                  <a:lnTo>
                    <a:pt x="298412" y="1180435"/>
                  </a:lnTo>
                  <a:lnTo>
                    <a:pt x="272062" y="1139351"/>
                  </a:lnTo>
                  <a:lnTo>
                    <a:pt x="247902" y="1097023"/>
                  </a:lnTo>
                  <a:lnTo>
                    <a:pt x="225890" y="1053563"/>
                  </a:lnTo>
                  <a:lnTo>
                    <a:pt x="205985" y="1009086"/>
                  </a:lnTo>
                  <a:lnTo>
                    <a:pt x="188146" y="963705"/>
                  </a:lnTo>
                  <a:lnTo>
                    <a:pt x="172331" y="917535"/>
                  </a:lnTo>
                  <a:lnTo>
                    <a:pt x="158500" y="870688"/>
                  </a:lnTo>
                  <a:lnTo>
                    <a:pt x="0" y="289116"/>
                  </a:lnTo>
                  <a:lnTo>
                    <a:pt x="963404" y="0"/>
                  </a:lnTo>
                  <a:lnTo>
                    <a:pt x="1098616" y="597248"/>
                  </a:lnTo>
                  <a:lnTo>
                    <a:pt x="1115060" y="637095"/>
                  </a:lnTo>
                  <a:lnTo>
                    <a:pt x="1142963" y="668467"/>
                  </a:lnTo>
                  <a:lnTo>
                    <a:pt x="1179520" y="689104"/>
                  </a:lnTo>
                  <a:lnTo>
                    <a:pt x="1221926" y="696748"/>
                  </a:lnTo>
                  <a:lnTo>
                    <a:pt x="2269913" y="705944"/>
                  </a:lnTo>
                  <a:lnTo>
                    <a:pt x="2583128" y="716225"/>
                  </a:lnTo>
                  <a:lnTo>
                    <a:pt x="2758955" y="731569"/>
                  </a:lnTo>
                  <a:lnTo>
                    <a:pt x="2861671" y="762700"/>
                  </a:lnTo>
                  <a:lnTo>
                    <a:pt x="2955557" y="820344"/>
                  </a:lnTo>
                  <a:lnTo>
                    <a:pt x="2988272" y="841649"/>
                  </a:lnTo>
                  <a:lnTo>
                    <a:pt x="3025303" y="864641"/>
                  </a:lnTo>
                  <a:lnTo>
                    <a:pt x="3065644" y="888836"/>
                  </a:lnTo>
                  <a:lnTo>
                    <a:pt x="3108290" y="913751"/>
                  </a:lnTo>
                  <a:lnTo>
                    <a:pt x="3152236" y="938902"/>
                  </a:lnTo>
                  <a:lnTo>
                    <a:pt x="3196476" y="963806"/>
                  </a:lnTo>
                  <a:lnTo>
                    <a:pt x="3240006" y="987979"/>
                  </a:lnTo>
                  <a:lnTo>
                    <a:pt x="3281488" y="1012974"/>
                  </a:lnTo>
                  <a:lnTo>
                    <a:pt x="3320721" y="1040907"/>
                  </a:lnTo>
                  <a:lnTo>
                    <a:pt x="3357539" y="1071612"/>
                  </a:lnTo>
                  <a:lnTo>
                    <a:pt x="3391779" y="1104927"/>
                  </a:lnTo>
                  <a:lnTo>
                    <a:pt x="3423277" y="1140686"/>
                  </a:lnTo>
                  <a:lnTo>
                    <a:pt x="3451867" y="1178725"/>
                  </a:lnTo>
                  <a:lnTo>
                    <a:pt x="3477385" y="1218879"/>
                  </a:lnTo>
                  <a:lnTo>
                    <a:pt x="3499668" y="1260984"/>
                  </a:lnTo>
                  <a:lnTo>
                    <a:pt x="3518550" y="1304876"/>
                  </a:lnTo>
                  <a:lnTo>
                    <a:pt x="3533868" y="1350390"/>
                  </a:lnTo>
                  <a:lnTo>
                    <a:pt x="3545456" y="1397363"/>
                  </a:lnTo>
                  <a:lnTo>
                    <a:pt x="3551189" y="1436605"/>
                  </a:lnTo>
                  <a:lnTo>
                    <a:pt x="3551606" y="1447607"/>
                  </a:lnTo>
                  <a:lnTo>
                    <a:pt x="3551186" y="1457125"/>
                  </a:lnTo>
                  <a:lnTo>
                    <a:pt x="3532130" y="1486316"/>
                  </a:lnTo>
                  <a:lnTo>
                    <a:pt x="3523092" y="1486316"/>
                  </a:lnTo>
                  <a:lnTo>
                    <a:pt x="3462563" y="1465524"/>
                  </a:lnTo>
                  <a:lnTo>
                    <a:pt x="3391964" y="1419832"/>
                  </a:lnTo>
                  <a:lnTo>
                    <a:pt x="3333396" y="1374150"/>
                  </a:lnTo>
                  <a:lnTo>
                    <a:pt x="3308961" y="1353387"/>
                  </a:lnTo>
                  <a:lnTo>
                    <a:pt x="3317150" y="1381793"/>
                  </a:lnTo>
                  <a:lnTo>
                    <a:pt x="3321355" y="1400852"/>
                  </a:lnTo>
                  <a:lnTo>
                    <a:pt x="3322904" y="1419195"/>
                  </a:lnTo>
                  <a:lnTo>
                    <a:pt x="3323125" y="1445455"/>
                  </a:lnTo>
                  <a:lnTo>
                    <a:pt x="3321357" y="1470151"/>
                  </a:lnTo>
                  <a:lnTo>
                    <a:pt x="3315245" y="1491822"/>
                  </a:lnTo>
                  <a:lnTo>
                    <a:pt x="3303575" y="1508269"/>
                  </a:lnTo>
                  <a:lnTo>
                    <a:pt x="3285134" y="1517293"/>
                  </a:lnTo>
                  <a:lnTo>
                    <a:pt x="3282197" y="1517881"/>
                  </a:lnTo>
                  <a:lnTo>
                    <a:pt x="3279221" y="1518181"/>
                  </a:lnTo>
                  <a:close/>
                </a:path>
              </a:pathLst>
            </a:custGeom>
            <a:solidFill>
              <a:srgbClr val="E267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955904" y="3640307"/>
              <a:ext cx="1779270" cy="2080895"/>
            </a:xfrm>
            <a:custGeom>
              <a:avLst/>
              <a:gdLst/>
              <a:ahLst/>
              <a:cxnLst/>
              <a:rect l="l" t="t" r="r" b="b"/>
              <a:pathLst>
                <a:path w="1779269" h="2080895">
                  <a:moveTo>
                    <a:pt x="1410273" y="2080888"/>
                  </a:moveTo>
                  <a:lnTo>
                    <a:pt x="0" y="1616518"/>
                  </a:lnTo>
                  <a:lnTo>
                    <a:pt x="16817" y="1421830"/>
                  </a:lnTo>
                  <a:lnTo>
                    <a:pt x="73199" y="977731"/>
                  </a:lnTo>
                  <a:lnTo>
                    <a:pt x="178033" y="494165"/>
                  </a:lnTo>
                  <a:lnTo>
                    <a:pt x="340213" y="181079"/>
                  </a:lnTo>
                  <a:lnTo>
                    <a:pt x="492773" y="60601"/>
                  </a:lnTo>
                  <a:lnTo>
                    <a:pt x="591441" y="6584"/>
                  </a:lnTo>
                  <a:lnTo>
                    <a:pt x="679251" y="6558"/>
                  </a:lnTo>
                  <a:lnTo>
                    <a:pt x="799235" y="48052"/>
                  </a:lnTo>
                  <a:lnTo>
                    <a:pt x="832185" y="27045"/>
                  </a:lnTo>
                  <a:lnTo>
                    <a:pt x="929117" y="0"/>
                  </a:lnTo>
                  <a:lnTo>
                    <a:pt x="1087156" y="20878"/>
                  </a:lnTo>
                  <a:lnTo>
                    <a:pt x="1303426" y="143643"/>
                  </a:lnTo>
                  <a:lnTo>
                    <a:pt x="1651526" y="445595"/>
                  </a:lnTo>
                  <a:lnTo>
                    <a:pt x="1778689" y="748042"/>
                  </a:lnTo>
                  <a:lnTo>
                    <a:pt x="1694932" y="1232601"/>
                  </a:lnTo>
                  <a:lnTo>
                    <a:pt x="1410273" y="2080888"/>
                  </a:lnTo>
                  <a:close/>
                </a:path>
              </a:pathLst>
            </a:custGeom>
            <a:solidFill>
              <a:srgbClr val="2815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07648" y="5044776"/>
              <a:ext cx="2567940" cy="3148330"/>
            </a:xfrm>
            <a:custGeom>
              <a:avLst/>
              <a:gdLst/>
              <a:ahLst/>
              <a:cxnLst/>
              <a:rect l="l" t="t" r="r" b="b"/>
              <a:pathLst>
                <a:path w="2567940" h="3148329">
                  <a:moveTo>
                    <a:pt x="2311279" y="3147873"/>
                  </a:moveTo>
                  <a:lnTo>
                    <a:pt x="0" y="3147873"/>
                  </a:lnTo>
                  <a:lnTo>
                    <a:pt x="488614" y="719431"/>
                  </a:lnTo>
                  <a:lnTo>
                    <a:pt x="499572" y="671675"/>
                  </a:lnTo>
                  <a:lnTo>
                    <a:pt x="512966" y="625026"/>
                  </a:lnTo>
                  <a:lnTo>
                    <a:pt x="528722" y="579545"/>
                  </a:lnTo>
                  <a:lnTo>
                    <a:pt x="546761" y="535295"/>
                  </a:lnTo>
                  <a:lnTo>
                    <a:pt x="567008" y="492339"/>
                  </a:lnTo>
                  <a:lnTo>
                    <a:pt x="589386" y="450740"/>
                  </a:lnTo>
                  <a:lnTo>
                    <a:pt x="613818" y="410559"/>
                  </a:lnTo>
                  <a:lnTo>
                    <a:pt x="640229" y="371860"/>
                  </a:lnTo>
                  <a:lnTo>
                    <a:pt x="668541" y="334705"/>
                  </a:lnTo>
                  <a:lnTo>
                    <a:pt x="698679" y="299157"/>
                  </a:lnTo>
                  <a:lnTo>
                    <a:pt x="730565" y="265279"/>
                  </a:lnTo>
                  <a:lnTo>
                    <a:pt x="764124" y="233132"/>
                  </a:lnTo>
                  <a:lnTo>
                    <a:pt x="799278" y="202780"/>
                  </a:lnTo>
                  <a:lnTo>
                    <a:pt x="835952" y="174286"/>
                  </a:lnTo>
                  <a:lnTo>
                    <a:pt x="874068" y="147711"/>
                  </a:lnTo>
                  <a:lnTo>
                    <a:pt x="913551" y="123118"/>
                  </a:lnTo>
                  <a:lnTo>
                    <a:pt x="954324" y="100571"/>
                  </a:lnTo>
                  <a:lnTo>
                    <a:pt x="996311" y="80131"/>
                  </a:lnTo>
                  <a:lnTo>
                    <a:pt x="1039434" y="61862"/>
                  </a:lnTo>
                  <a:lnTo>
                    <a:pt x="1083619" y="45825"/>
                  </a:lnTo>
                  <a:lnTo>
                    <a:pt x="1128787" y="32083"/>
                  </a:lnTo>
                  <a:lnTo>
                    <a:pt x="1174863" y="20700"/>
                  </a:lnTo>
                  <a:lnTo>
                    <a:pt x="1221770" y="11738"/>
                  </a:lnTo>
                  <a:lnTo>
                    <a:pt x="1269431" y="5258"/>
                  </a:lnTo>
                  <a:lnTo>
                    <a:pt x="1317771" y="1325"/>
                  </a:lnTo>
                  <a:lnTo>
                    <a:pt x="1366713" y="0"/>
                  </a:lnTo>
                  <a:lnTo>
                    <a:pt x="1992102" y="0"/>
                  </a:lnTo>
                  <a:lnTo>
                    <a:pt x="2039258" y="4706"/>
                  </a:lnTo>
                  <a:lnTo>
                    <a:pt x="2083929" y="18395"/>
                  </a:lnTo>
                  <a:lnTo>
                    <a:pt x="2124907" y="40419"/>
                  </a:lnTo>
                  <a:lnTo>
                    <a:pt x="2160985" y="70130"/>
                  </a:lnTo>
                  <a:lnTo>
                    <a:pt x="2190956" y="106881"/>
                  </a:lnTo>
                  <a:lnTo>
                    <a:pt x="2315229" y="294545"/>
                  </a:lnTo>
                  <a:lnTo>
                    <a:pt x="2342125" y="336655"/>
                  </a:lnTo>
                  <a:lnTo>
                    <a:pt x="2367553" y="379509"/>
                  </a:lnTo>
                  <a:lnTo>
                    <a:pt x="2391502" y="423068"/>
                  </a:lnTo>
                  <a:lnTo>
                    <a:pt x="2413965" y="467295"/>
                  </a:lnTo>
                  <a:lnTo>
                    <a:pt x="2434932" y="512149"/>
                  </a:lnTo>
                  <a:lnTo>
                    <a:pt x="2454395" y="557594"/>
                  </a:lnTo>
                  <a:lnTo>
                    <a:pt x="2472344" y="603590"/>
                  </a:lnTo>
                  <a:lnTo>
                    <a:pt x="2488772" y="650099"/>
                  </a:lnTo>
                  <a:lnTo>
                    <a:pt x="2503668" y="697081"/>
                  </a:lnTo>
                  <a:lnTo>
                    <a:pt x="2517025" y="744500"/>
                  </a:lnTo>
                  <a:lnTo>
                    <a:pt x="2528833" y="792315"/>
                  </a:lnTo>
                  <a:lnTo>
                    <a:pt x="2539083" y="840488"/>
                  </a:lnTo>
                  <a:lnTo>
                    <a:pt x="2547767" y="888982"/>
                  </a:lnTo>
                  <a:lnTo>
                    <a:pt x="2554876" y="937756"/>
                  </a:lnTo>
                  <a:lnTo>
                    <a:pt x="2560400" y="986773"/>
                  </a:lnTo>
                  <a:lnTo>
                    <a:pt x="2564332" y="1035994"/>
                  </a:lnTo>
                  <a:lnTo>
                    <a:pt x="2566662" y="1085381"/>
                  </a:lnTo>
                  <a:lnTo>
                    <a:pt x="2567381" y="1134894"/>
                  </a:lnTo>
                  <a:lnTo>
                    <a:pt x="2566480" y="1184496"/>
                  </a:lnTo>
                  <a:lnTo>
                    <a:pt x="2563952" y="1234147"/>
                  </a:lnTo>
                  <a:lnTo>
                    <a:pt x="2559786" y="1283809"/>
                  </a:lnTo>
                  <a:lnTo>
                    <a:pt x="2553974" y="1333444"/>
                  </a:lnTo>
                  <a:lnTo>
                    <a:pt x="2311279" y="3147873"/>
                  </a:lnTo>
                  <a:close/>
                </a:path>
              </a:pathLst>
            </a:custGeom>
            <a:solidFill>
              <a:srgbClr val="6687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14479" y="3886415"/>
              <a:ext cx="1149985" cy="1309370"/>
            </a:xfrm>
            <a:custGeom>
              <a:avLst/>
              <a:gdLst/>
              <a:ahLst/>
              <a:cxnLst/>
              <a:rect l="l" t="t" r="r" b="b"/>
              <a:pathLst>
                <a:path w="1149984" h="1309370">
                  <a:moveTo>
                    <a:pt x="1149375" y="583755"/>
                  </a:moveTo>
                  <a:lnTo>
                    <a:pt x="1147305" y="534136"/>
                  </a:lnTo>
                  <a:lnTo>
                    <a:pt x="1141501" y="484822"/>
                  </a:lnTo>
                  <a:lnTo>
                    <a:pt x="1132154" y="436968"/>
                  </a:lnTo>
                  <a:lnTo>
                    <a:pt x="1119454" y="390728"/>
                  </a:lnTo>
                  <a:lnTo>
                    <a:pt x="1103541" y="346265"/>
                  </a:lnTo>
                  <a:lnTo>
                    <a:pt x="1084580" y="303745"/>
                  </a:lnTo>
                  <a:lnTo>
                    <a:pt x="1062761" y="263321"/>
                  </a:lnTo>
                  <a:lnTo>
                    <a:pt x="1038225" y="225145"/>
                  </a:lnTo>
                  <a:lnTo>
                    <a:pt x="1011161" y="189395"/>
                  </a:lnTo>
                  <a:lnTo>
                    <a:pt x="981722" y="156222"/>
                  </a:lnTo>
                  <a:lnTo>
                    <a:pt x="950061" y="125780"/>
                  </a:lnTo>
                  <a:lnTo>
                    <a:pt x="916381" y="98247"/>
                  </a:lnTo>
                  <a:lnTo>
                    <a:pt x="880808" y="73761"/>
                  </a:lnTo>
                  <a:lnTo>
                    <a:pt x="843534" y="52489"/>
                  </a:lnTo>
                  <a:lnTo>
                    <a:pt x="804722" y="34594"/>
                  </a:lnTo>
                  <a:lnTo>
                    <a:pt x="764540" y="20243"/>
                  </a:lnTo>
                  <a:lnTo>
                    <a:pt x="723138" y="9588"/>
                  </a:lnTo>
                  <a:lnTo>
                    <a:pt x="680694" y="2781"/>
                  </a:lnTo>
                  <a:lnTo>
                    <a:pt x="637387" y="0"/>
                  </a:lnTo>
                  <a:lnTo>
                    <a:pt x="593356" y="1397"/>
                  </a:lnTo>
                  <a:lnTo>
                    <a:pt x="549643" y="6985"/>
                  </a:lnTo>
                  <a:lnTo>
                    <a:pt x="507301" y="16586"/>
                  </a:lnTo>
                  <a:lnTo>
                    <a:pt x="466458" y="30022"/>
                  </a:lnTo>
                  <a:lnTo>
                    <a:pt x="427253" y="47104"/>
                  </a:lnTo>
                  <a:lnTo>
                    <a:pt x="389839" y="67640"/>
                  </a:lnTo>
                  <a:lnTo>
                    <a:pt x="354330" y="91452"/>
                  </a:lnTo>
                  <a:lnTo>
                    <a:pt x="320878" y="118351"/>
                  </a:lnTo>
                  <a:lnTo>
                    <a:pt x="289636" y="148158"/>
                  </a:lnTo>
                  <a:lnTo>
                    <a:pt x="260718" y="180682"/>
                  </a:lnTo>
                  <a:lnTo>
                    <a:pt x="234276" y="215760"/>
                  </a:lnTo>
                  <a:lnTo>
                    <a:pt x="210439" y="253174"/>
                  </a:lnTo>
                  <a:lnTo>
                    <a:pt x="189369" y="292773"/>
                  </a:lnTo>
                  <a:lnTo>
                    <a:pt x="171170" y="334340"/>
                  </a:lnTo>
                  <a:lnTo>
                    <a:pt x="156019" y="377723"/>
                  </a:lnTo>
                  <a:lnTo>
                    <a:pt x="144030" y="422706"/>
                  </a:lnTo>
                  <a:lnTo>
                    <a:pt x="135343" y="469138"/>
                  </a:lnTo>
                  <a:lnTo>
                    <a:pt x="130098" y="516813"/>
                  </a:lnTo>
                  <a:lnTo>
                    <a:pt x="129501" y="534238"/>
                  </a:lnTo>
                  <a:lnTo>
                    <a:pt x="72707" y="534238"/>
                  </a:lnTo>
                  <a:lnTo>
                    <a:pt x="0" y="1193406"/>
                  </a:lnTo>
                  <a:lnTo>
                    <a:pt x="5829" y="1212215"/>
                  </a:lnTo>
                  <a:lnTo>
                    <a:pt x="22720" y="1230045"/>
                  </a:lnTo>
                  <a:lnTo>
                    <a:pt x="86004" y="1261872"/>
                  </a:lnTo>
                  <a:lnTo>
                    <a:pt x="130556" y="1275372"/>
                  </a:lnTo>
                  <a:lnTo>
                    <a:pt x="182486" y="1286954"/>
                  </a:lnTo>
                  <a:lnTo>
                    <a:pt x="240893" y="1296390"/>
                  </a:lnTo>
                  <a:lnTo>
                    <a:pt x="304850" y="1303413"/>
                  </a:lnTo>
                  <a:lnTo>
                    <a:pt x="373430" y="1307807"/>
                  </a:lnTo>
                  <a:lnTo>
                    <a:pt x="445731" y="1309319"/>
                  </a:lnTo>
                  <a:lnTo>
                    <a:pt x="518033" y="1307807"/>
                  </a:lnTo>
                  <a:lnTo>
                    <a:pt x="586613" y="1303413"/>
                  </a:lnTo>
                  <a:lnTo>
                    <a:pt x="650570" y="1296390"/>
                  </a:lnTo>
                  <a:lnTo>
                    <a:pt x="708977" y="1286954"/>
                  </a:lnTo>
                  <a:lnTo>
                    <a:pt x="760920" y="1275372"/>
                  </a:lnTo>
                  <a:lnTo>
                    <a:pt x="805472" y="1261872"/>
                  </a:lnTo>
                  <a:lnTo>
                    <a:pt x="841717" y="1246682"/>
                  </a:lnTo>
                  <a:lnTo>
                    <a:pt x="885647" y="1212215"/>
                  </a:lnTo>
                  <a:lnTo>
                    <a:pt x="891476" y="1193406"/>
                  </a:lnTo>
                  <a:lnTo>
                    <a:pt x="888047" y="1081659"/>
                  </a:lnTo>
                  <a:lnTo>
                    <a:pt x="923518" y="1057871"/>
                  </a:lnTo>
                  <a:lnTo>
                    <a:pt x="956957" y="1030960"/>
                  </a:lnTo>
                  <a:lnTo>
                    <a:pt x="988199" y="1001153"/>
                  </a:lnTo>
                  <a:lnTo>
                    <a:pt x="1017117" y="968616"/>
                  </a:lnTo>
                  <a:lnTo>
                    <a:pt x="1043559" y="933551"/>
                  </a:lnTo>
                  <a:lnTo>
                    <a:pt x="1067384" y="896124"/>
                  </a:lnTo>
                  <a:lnTo>
                    <a:pt x="1088466" y="856538"/>
                  </a:lnTo>
                  <a:lnTo>
                    <a:pt x="1106652" y="814959"/>
                  </a:lnTo>
                  <a:lnTo>
                    <a:pt x="1121803" y="771588"/>
                  </a:lnTo>
                  <a:lnTo>
                    <a:pt x="1133805" y="726592"/>
                  </a:lnTo>
                  <a:lnTo>
                    <a:pt x="1142479" y="680161"/>
                  </a:lnTo>
                  <a:lnTo>
                    <a:pt x="1147724" y="632485"/>
                  </a:lnTo>
                  <a:lnTo>
                    <a:pt x="1149375" y="583755"/>
                  </a:lnTo>
                  <a:close/>
                </a:path>
              </a:pathLst>
            </a:custGeom>
            <a:solidFill>
              <a:srgbClr val="F574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05249" y="3724083"/>
              <a:ext cx="1222375" cy="1005205"/>
            </a:xfrm>
            <a:custGeom>
              <a:avLst/>
              <a:gdLst/>
              <a:ahLst/>
              <a:cxnLst/>
              <a:rect l="l" t="t" r="r" b="b"/>
              <a:pathLst>
                <a:path w="1222375" h="1005204">
                  <a:moveTo>
                    <a:pt x="9229" y="1004928"/>
                  </a:moveTo>
                  <a:lnTo>
                    <a:pt x="0" y="736968"/>
                  </a:lnTo>
                  <a:lnTo>
                    <a:pt x="18511" y="616731"/>
                  </a:lnTo>
                  <a:lnTo>
                    <a:pt x="103376" y="354922"/>
                  </a:lnTo>
                  <a:lnTo>
                    <a:pt x="298589" y="99894"/>
                  </a:lnTo>
                  <a:lnTo>
                    <a:pt x="648143" y="0"/>
                  </a:lnTo>
                  <a:lnTo>
                    <a:pt x="906665" y="23005"/>
                  </a:lnTo>
                  <a:lnTo>
                    <a:pt x="1052633" y="81596"/>
                  </a:lnTo>
                  <a:lnTo>
                    <a:pt x="1139862" y="221603"/>
                  </a:lnTo>
                  <a:lnTo>
                    <a:pt x="1222166" y="488856"/>
                  </a:lnTo>
                  <a:lnTo>
                    <a:pt x="1095355" y="469405"/>
                  </a:lnTo>
                  <a:lnTo>
                    <a:pt x="1007110" y="336232"/>
                  </a:lnTo>
                  <a:lnTo>
                    <a:pt x="1026650" y="442429"/>
                  </a:lnTo>
                  <a:lnTo>
                    <a:pt x="789130" y="433974"/>
                  </a:lnTo>
                  <a:lnTo>
                    <a:pt x="714074" y="277684"/>
                  </a:lnTo>
                  <a:lnTo>
                    <a:pt x="727162" y="438178"/>
                  </a:lnTo>
                  <a:lnTo>
                    <a:pt x="475179" y="469405"/>
                  </a:lnTo>
                  <a:lnTo>
                    <a:pt x="416099" y="298797"/>
                  </a:lnTo>
                  <a:lnTo>
                    <a:pt x="416555" y="318254"/>
                  </a:lnTo>
                  <a:lnTo>
                    <a:pt x="413444" y="378402"/>
                  </a:lnTo>
                  <a:lnTo>
                    <a:pt x="400051" y="481901"/>
                  </a:lnTo>
                  <a:lnTo>
                    <a:pt x="369658" y="631413"/>
                  </a:lnTo>
                  <a:lnTo>
                    <a:pt x="333149" y="767329"/>
                  </a:lnTo>
                  <a:lnTo>
                    <a:pt x="283435" y="851542"/>
                  </a:lnTo>
                  <a:lnTo>
                    <a:pt x="186725" y="919070"/>
                  </a:lnTo>
                  <a:lnTo>
                    <a:pt x="9229" y="1004928"/>
                  </a:lnTo>
                  <a:close/>
                </a:path>
              </a:pathLst>
            </a:custGeom>
            <a:solidFill>
              <a:srgbClr val="2815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379961" y="4296167"/>
              <a:ext cx="243840" cy="347980"/>
            </a:xfrm>
            <a:custGeom>
              <a:avLst/>
              <a:gdLst/>
              <a:ahLst/>
              <a:cxnLst/>
              <a:rect l="l" t="t" r="r" b="b"/>
              <a:pathLst>
                <a:path w="243840" h="347979">
                  <a:moveTo>
                    <a:pt x="113443" y="347569"/>
                  </a:moveTo>
                  <a:lnTo>
                    <a:pt x="75386" y="336866"/>
                  </a:lnTo>
                  <a:lnTo>
                    <a:pt x="43152" y="310600"/>
                  </a:lnTo>
                  <a:lnTo>
                    <a:pt x="18603" y="271730"/>
                  </a:lnTo>
                  <a:lnTo>
                    <a:pt x="3598" y="223215"/>
                  </a:lnTo>
                  <a:lnTo>
                    <a:pt x="0" y="168012"/>
                  </a:lnTo>
                  <a:lnTo>
                    <a:pt x="8826" y="113379"/>
                  </a:lnTo>
                  <a:lnTo>
                    <a:pt x="28371" y="66495"/>
                  </a:lnTo>
                  <a:lnTo>
                    <a:pt x="56498" y="30126"/>
                  </a:lnTo>
                  <a:lnTo>
                    <a:pt x="91068" y="7039"/>
                  </a:lnTo>
                  <a:lnTo>
                    <a:pt x="129944" y="0"/>
                  </a:lnTo>
                  <a:lnTo>
                    <a:pt x="167979" y="10702"/>
                  </a:lnTo>
                  <a:lnTo>
                    <a:pt x="200204" y="36966"/>
                  </a:lnTo>
                  <a:lnTo>
                    <a:pt x="224751" y="75834"/>
                  </a:lnTo>
                  <a:lnTo>
                    <a:pt x="239749" y="124347"/>
                  </a:lnTo>
                  <a:lnTo>
                    <a:pt x="243328" y="179547"/>
                  </a:lnTo>
                  <a:lnTo>
                    <a:pt x="234528" y="234184"/>
                  </a:lnTo>
                  <a:lnTo>
                    <a:pt x="215000" y="281071"/>
                  </a:lnTo>
                  <a:lnTo>
                    <a:pt x="186883" y="317442"/>
                  </a:lnTo>
                  <a:lnTo>
                    <a:pt x="152317" y="340530"/>
                  </a:lnTo>
                  <a:lnTo>
                    <a:pt x="113443" y="347569"/>
                  </a:lnTo>
                  <a:close/>
                </a:path>
              </a:pathLst>
            </a:custGeom>
            <a:solidFill>
              <a:srgbClr val="F574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422446" y="4364440"/>
              <a:ext cx="144301" cy="20658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12110" y="6382475"/>
              <a:ext cx="2671445" cy="1470660"/>
            </a:xfrm>
            <a:custGeom>
              <a:avLst/>
              <a:gdLst/>
              <a:ahLst/>
              <a:cxnLst/>
              <a:rect l="l" t="t" r="r" b="b"/>
              <a:pathLst>
                <a:path w="2671444" h="1470659">
                  <a:moveTo>
                    <a:pt x="846805" y="1470217"/>
                  </a:moveTo>
                  <a:lnTo>
                    <a:pt x="789077" y="1468821"/>
                  </a:lnTo>
                  <a:lnTo>
                    <a:pt x="734912" y="1462901"/>
                  </a:lnTo>
                  <a:lnTo>
                    <a:pt x="684175" y="1452837"/>
                  </a:lnTo>
                  <a:lnTo>
                    <a:pt x="636734" y="1439007"/>
                  </a:lnTo>
                  <a:lnTo>
                    <a:pt x="592453" y="1421789"/>
                  </a:lnTo>
                  <a:lnTo>
                    <a:pt x="551198" y="1401563"/>
                  </a:lnTo>
                  <a:lnTo>
                    <a:pt x="512834" y="1378707"/>
                  </a:lnTo>
                  <a:lnTo>
                    <a:pt x="477229" y="1353600"/>
                  </a:lnTo>
                  <a:lnTo>
                    <a:pt x="444246" y="1326620"/>
                  </a:lnTo>
                  <a:lnTo>
                    <a:pt x="413753" y="1298146"/>
                  </a:lnTo>
                  <a:lnTo>
                    <a:pt x="385615" y="1268556"/>
                  </a:lnTo>
                  <a:lnTo>
                    <a:pt x="359697" y="1238230"/>
                  </a:lnTo>
                  <a:lnTo>
                    <a:pt x="335866" y="1207546"/>
                  </a:lnTo>
                  <a:lnTo>
                    <a:pt x="307811" y="1167629"/>
                  </a:lnTo>
                  <a:lnTo>
                    <a:pt x="281885" y="1126368"/>
                  </a:lnTo>
                  <a:lnTo>
                    <a:pt x="258054" y="1083880"/>
                  </a:lnTo>
                  <a:lnTo>
                    <a:pt x="236282" y="1040282"/>
                  </a:lnTo>
                  <a:lnTo>
                    <a:pt x="216535" y="995692"/>
                  </a:lnTo>
                  <a:lnTo>
                    <a:pt x="198777" y="950227"/>
                  </a:lnTo>
                  <a:lnTo>
                    <a:pt x="182973" y="904005"/>
                  </a:lnTo>
                  <a:lnTo>
                    <a:pt x="0" y="329676"/>
                  </a:lnTo>
                  <a:lnTo>
                    <a:pt x="950321" y="0"/>
                  </a:lnTo>
                  <a:lnTo>
                    <a:pt x="1137111" y="688541"/>
                  </a:lnTo>
                  <a:lnTo>
                    <a:pt x="2285544" y="649932"/>
                  </a:lnTo>
                  <a:lnTo>
                    <a:pt x="2671163" y="1296737"/>
                  </a:lnTo>
                  <a:lnTo>
                    <a:pt x="908230" y="1466711"/>
                  </a:lnTo>
                  <a:lnTo>
                    <a:pt x="846805" y="1470217"/>
                  </a:lnTo>
                  <a:close/>
                </a:path>
              </a:pathLst>
            </a:custGeom>
            <a:solidFill>
              <a:srgbClr val="F574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019323" y="4358038"/>
              <a:ext cx="68555" cy="892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97621" y="4358038"/>
              <a:ext cx="68555" cy="8928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247042" y="7029425"/>
              <a:ext cx="1376680" cy="770890"/>
            </a:xfrm>
            <a:custGeom>
              <a:avLst/>
              <a:gdLst/>
              <a:ahLst/>
              <a:cxnLst/>
              <a:rect l="l" t="t" r="r" b="b"/>
              <a:pathLst>
                <a:path w="1376680" h="770890">
                  <a:moveTo>
                    <a:pt x="1099186" y="770543"/>
                  </a:moveTo>
                  <a:lnTo>
                    <a:pt x="1039262" y="750403"/>
                  </a:lnTo>
                  <a:lnTo>
                    <a:pt x="973286" y="689603"/>
                  </a:lnTo>
                  <a:lnTo>
                    <a:pt x="919974" y="625631"/>
                  </a:lnTo>
                  <a:lnTo>
                    <a:pt x="898044" y="595977"/>
                  </a:lnTo>
                  <a:lnTo>
                    <a:pt x="709182" y="630442"/>
                  </a:lnTo>
                  <a:lnTo>
                    <a:pt x="598122" y="647536"/>
                  </a:lnTo>
                  <a:lnTo>
                    <a:pt x="521570" y="652303"/>
                  </a:lnTo>
                  <a:lnTo>
                    <a:pt x="436231" y="649787"/>
                  </a:lnTo>
                  <a:lnTo>
                    <a:pt x="388980" y="637551"/>
                  </a:lnTo>
                  <a:lnTo>
                    <a:pt x="329915" y="606286"/>
                  </a:lnTo>
                  <a:lnTo>
                    <a:pt x="297499" y="584471"/>
                  </a:lnTo>
                  <a:lnTo>
                    <a:pt x="263987" y="559041"/>
                  </a:lnTo>
                  <a:lnTo>
                    <a:pt x="229996" y="530378"/>
                  </a:lnTo>
                  <a:lnTo>
                    <a:pt x="196148" y="498862"/>
                  </a:lnTo>
                  <a:lnTo>
                    <a:pt x="163059" y="464876"/>
                  </a:lnTo>
                  <a:lnTo>
                    <a:pt x="131350" y="428800"/>
                  </a:lnTo>
                  <a:lnTo>
                    <a:pt x="101639" y="391014"/>
                  </a:lnTo>
                  <a:lnTo>
                    <a:pt x="74545" y="351900"/>
                  </a:lnTo>
                  <a:lnTo>
                    <a:pt x="50687" y="311840"/>
                  </a:lnTo>
                  <a:lnTo>
                    <a:pt x="30685" y="271213"/>
                  </a:lnTo>
                  <a:lnTo>
                    <a:pt x="15157" y="230401"/>
                  </a:lnTo>
                  <a:lnTo>
                    <a:pt x="4722" y="189785"/>
                  </a:lnTo>
                  <a:lnTo>
                    <a:pt x="0" y="149746"/>
                  </a:lnTo>
                  <a:lnTo>
                    <a:pt x="1608" y="110666"/>
                  </a:lnTo>
                  <a:lnTo>
                    <a:pt x="10167" y="72924"/>
                  </a:lnTo>
                  <a:lnTo>
                    <a:pt x="26295" y="36902"/>
                  </a:lnTo>
                  <a:lnTo>
                    <a:pt x="50611" y="2982"/>
                  </a:lnTo>
                  <a:lnTo>
                    <a:pt x="363977" y="0"/>
                  </a:lnTo>
                  <a:lnTo>
                    <a:pt x="540291" y="7883"/>
                  </a:lnTo>
                  <a:lnTo>
                    <a:pt x="644226" y="34622"/>
                  </a:lnTo>
                  <a:lnTo>
                    <a:pt x="882360" y="167383"/>
                  </a:lnTo>
                  <a:lnTo>
                    <a:pt x="1046423" y="250940"/>
                  </a:lnTo>
                  <a:lnTo>
                    <a:pt x="1182000" y="317067"/>
                  </a:lnTo>
                  <a:lnTo>
                    <a:pt x="1238447" y="343956"/>
                  </a:lnTo>
                  <a:lnTo>
                    <a:pt x="1328135" y="532774"/>
                  </a:lnTo>
                  <a:lnTo>
                    <a:pt x="1370341" y="634872"/>
                  </a:lnTo>
                  <a:lnTo>
                    <a:pt x="1376143" y="685491"/>
                  </a:lnTo>
                  <a:lnTo>
                    <a:pt x="1356619" y="719873"/>
                  </a:lnTo>
                  <a:lnTo>
                    <a:pt x="1303028" y="723425"/>
                  </a:lnTo>
                  <a:lnTo>
                    <a:pt x="1222119" y="681837"/>
                  </a:lnTo>
                  <a:lnTo>
                    <a:pt x="1148324" y="630748"/>
                  </a:lnTo>
                  <a:lnTo>
                    <a:pt x="1116075" y="605798"/>
                  </a:lnTo>
                  <a:lnTo>
                    <a:pt x="1144297" y="691533"/>
                  </a:lnTo>
                  <a:lnTo>
                    <a:pt x="1151945" y="737273"/>
                  </a:lnTo>
                  <a:lnTo>
                    <a:pt x="1137435" y="758461"/>
                  </a:lnTo>
                  <a:lnTo>
                    <a:pt x="1099186" y="770543"/>
                  </a:lnTo>
                  <a:close/>
                </a:path>
              </a:pathLst>
            </a:custGeom>
            <a:solidFill>
              <a:srgbClr val="F574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42567" y="6008902"/>
              <a:ext cx="3002280" cy="1926589"/>
            </a:xfrm>
            <a:custGeom>
              <a:avLst/>
              <a:gdLst/>
              <a:ahLst/>
              <a:cxnLst/>
              <a:rect l="l" t="t" r="r" b="b"/>
              <a:pathLst>
                <a:path w="3002280" h="1926590">
                  <a:moveTo>
                    <a:pt x="3002076" y="208114"/>
                  </a:moveTo>
                  <a:lnTo>
                    <a:pt x="2999270" y="160680"/>
                  </a:lnTo>
                  <a:lnTo>
                    <a:pt x="2986303" y="115214"/>
                  </a:lnTo>
                  <a:lnTo>
                    <a:pt x="2963646" y="73469"/>
                  </a:lnTo>
                  <a:lnTo>
                    <a:pt x="2931833" y="37198"/>
                  </a:lnTo>
                  <a:lnTo>
                    <a:pt x="2891358" y="8166"/>
                  </a:lnTo>
                  <a:lnTo>
                    <a:pt x="2876715" y="0"/>
                  </a:lnTo>
                  <a:lnTo>
                    <a:pt x="1936254" y="1693519"/>
                  </a:lnTo>
                  <a:lnTo>
                    <a:pt x="0" y="1693519"/>
                  </a:lnTo>
                  <a:lnTo>
                    <a:pt x="0" y="1710283"/>
                  </a:lnTo>
                  <a:lnTo>
                    <a:pt x="5702" y="1759813"/>
                  </a:lnTo>
                  <a:lnTo>
                    <a:pt x="21932" y="1805266"/>
                  </a:lnTo>
                  <a:lnTo>
                    <a:pt x="47409" y="1845373"/>
                  </a:lnTo>
                  <a:lnTo>
                    <a:pt x="80810" y="1878812"/>
                  </a:lnTo>
                  <a:lnTo>
                    <a:pt x="120878" y="1904301"/>
                  </a:lnTo>
                  <a:lnTo>
                    <a:pt x="166281" y="1920544"/>
                  </a:lnTo>
                  <a:lnTo>
                    <a:pt x="215747" y="1926247"/>
                  </a:lnTo>
                  <a:lnTo>
                    <a:pt x="2072741" y="1926247"/>
                  </a:lnTo>
                  <a:lnTo>
                    <a:pt x="2072741" y="1926069"/>
                  </a:lnTo>
                  <a:lnTo>
                    <a:pt x="2073071" y="1926247"/>
                  </a:lnTo>
                  <a:lnTo>
                    <a:pt x="2975165" y="301777"/>
                  </a:lnTo>
                  <a:lnTo>
                    <a:pt x="2994215" y="255727"/>
                  </a:lnTo>
                  <a:lnTo>
                    <a:pt x="3002076" y="208114"/>
                  </a:lnTo>
                  <a:close/>
                </a:path>
              </a:pathLst>
            </a:custGeom>
            <a:solidFill>
              <a:srgbClr val="4557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357100" y="7728868"/>
              <a:ext cx="164463" cy="16454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134991" y="7935149"/>
              <a:ext cx="3300729" cy="257810"/>
            </a:xfrm>
            <a:custGeom>
              <a:avLst/>
              <a:gdLst/>
              <a:ahLst/>
              <a:cxnLst/>
              <a:rect l="l" t="t" r="r" b="b"/>
              <a:pathLst>
                <a:path w="3300730" h="257809">
                  <a:moveTo>
                    <a:pt x="3300373" y="257500"/>
                  </a:moveTo>
                  <a:lnTo>
                    <a:pt x="0" y="257500"/>
                  </a:lnTo>
                  <a:lnTo>
                    <a:pt x="0" y="0"/>
                  </a:lnTo>
                  <a:lnTo>
                    <a:pt x="3300373" y="0"/>
                  </a:lnTo>
                  <a:lnTo>
                    <a:pt x="3300373" y="257500"/>
                  </a:lnTo>
                  <a:close/>
                </a:path>
              </a:pathLst>
            </a:custGeom>
            <a:solidFill>
              <a:srgbClr val="F574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794123" y="4243044"/>
              <a:ext cx="4209415" cy="3453129"/>
            </a:xfrm>
            <a:custGeom>
              <a:avLst/>
              <a:gdLst/>
              <a:ahLst/>
              <a:cxnLst/>
              <a:rect l="l" t="t" r="r" b="b"/>
              <a:pathLst>
                <a:path w="4209415" h="3453129">
                  <a:moveTo>
                    <a:pt x="3991054" y="3337543"/>
                  </a:moveTo>
                  <a:lnTo>
                    <a:pt x="3987591" y="3337543"/>
                  </a:lnTo>
                  <a:lnTo>
                    <a:pt x="3984804" y="3334715"/>
                  </a:lnTo>
                  <a:lnTo>
                    <a:pt x="3984804" y="3327822"/>
                  </a:lnTo>
                  <a:lnTo>
                    <a:pt x="3987591" y="3325032"/>
                  </a:lnTo>
                  <a:lnTo>
                    <a:pt x="3992129" y="3325032"/>
                  </a:lnTo>
                  <a:lnTo>
                    <a:pt x="3999205" y="3324844"/>
                  </a:lnTo>
                  <a:lnTo>
                    <a:pt x="4052579" y="3318980"/>
                  </a:lnTo>
                  <a:lnTo>
                    <a:pt x="4093339" y="3308510"/>
                  </a:lnTo>
                  <a:lnTo>
                    <a:pt x="4134369" y="3286543"/>
                  </a:lnTo>
                  <a:lnTo>
                    <a:pt x="4155130" y="3248753"/>
                  </a:lnTo>
                  <a:lnTo>
                    <a:pt x="4154232" y="3240839"/>
                  </a:lnTo>
                  <a:lnTo>
                    <a:pt x="4132670" y="3209176"/>
                  </a:lnTo>
                  <a:lnTo>
                    <a:pt x="4098926" y="3186823"/>
                  </a:lnTo>
                  <a:lnTo>
                    <a:pt x="4035677" y="3161540"/>
                  </a:lnTo>
                  <a:lnTo>
                    <a:pt x="3998254" y="3151480"/>
                  </a:lnTo>
                  <a:lnTo>
                    <a:pt x="3958139" y="3143435"/>
                  </a:lnTo>
                  <a:lnTo>
                    <a:pt x="3911898" y="3130690"/>
                  </a:lnTo>
                  <a:lnTo>
                    <a:pt x="3871405" y="3110913"/>
                  </a:lnTo>
                  <a:lnTo>
                    <a:pt x="3836789" y="3086819"/>
                  </a:lnTo>
                  <a:lnTo>
                    <a:pt x="3808176" y="3061125"/>
                  </a:lnTo>
                  <a:lnTo>
                    <a:pt x="3769390" y="3015565"/>
                  </a:lnTo>
                  <a:lnTo>
                    <a:pt x="3754309" y="2992365"/>
                  </a:lnTo>
                  <a:lnTo>
                    <a:pt x="3755335" y="2988562"/>
                  </a:lnTo>
                  <a:lnTo>
                    <a:pt x="3761348" y="2985134"/>
                  </a:lnTo>
                  <a:lnTo>
                    <a:pt x="3765160" y="2986160"/>
                  </a:lnTo>
                  <a:lnTo>
                    <a:pt x="3767598" y="2990464"/>
                  </a:lnTo>
                  <a:lnTo>
                    <a:pt x="3768136" y="2991289"/>
                  </a:lnTo>
                  <a:lnTo>
                    <a:pt x="3795263" y="3028452"/>
                  </a:lnTo>
                  <a:lnTo>
                    <a:pt x="3844608" y="3077045"/>
                  </a:lnTo>
                  <a:lnTo>
                    <a:pt x="3877807" y="3100146"/>
                  </a:lnTo>
                  <a:lnTo>
                    <a:pt x="3916417" y="3119021"/>
                  </a:lnTo>
                  <a:lnTo>
                    <a:pt x="3960239" y="3131112"/>
                  </a:lnTo>
                  <a:lnTo>
                    <a:pt x="3991095" y="3137057"/>
                  </a:lnTo>
                  <a:lnTo>
                    <a:pt x="4020583" y="3144198"/>
                  </a:lnTo>
                  <a:lnTo>
                    <a:pt x="4074111" y="3161751"/>
                  </a:lnTo>
                  <a:lnTo>
                    <a:pt x="4118146" y="3183319"/>
                  </a:lnTo>
                  <a:lnTo>
                    <a:pt x="4149955" y="3208630"/>
                  </a:lnTo>
                  <a:lnTo>
                    <a:pt x="4167631" y="3248753"/>
                  </a:lnTo>
                  <a:lnTo>
                    <a:pt x="4167182" y="3255222"/>
                  </a:lnTo>
                  <a:lnTo>
                    <a:pt x="4142431" y="3296094"/>
                  </a:lnTo>
                  <a:lnTo>
                    <a:pt x="4104517" y="3317725"/>
                  </a:lnTo>
                  <a:lnTo>
                    <a:pt x="4061760" y="3329974"/>
                  </a:lnTo>
                  <a:lnTo>
                    <a:pt x="4012432" y="3336578"/>
                  </a:lnTo>
                  <a:lnTo>
                    <a:pt x="3996928" y="3337404"/>
                  </a:lnTo>
                  <a:lnTo>
                    <a:pt x="3991054" y="3337543"/>
                  </a:lnTo>
                  <a:close/>
                </a:path>
                <a:path w="4209415" h="3453129">
                  <a:moveTo>
                    <a:pt x="4200346" y="3320978"/>
                  </a:moveTo>
                  <a:lnTo>
                    <a:pt x="4197023" y="3319127"/>
                  </a:lnTo>
                  <a:lnTo>
                    <a:pt x="4196905" y="3318980"/>
                  </a:lnTo>
                  <a:lnTo>
                    <a:pt x="4195912" y="3315649"/>
                  </a:lnTo>
                  <a:lnTo>
                    <a:pt x="4174480" y="3253342"/>
                  </a:lnTo>
                  <a:lnTo>
                    <a:pt x="4147733" y="3193689"/>
                  </a:lnTo>
                  <a:lnTo>
                    <a:pt x="4118951" y="3139441"/>
                  </a:lnTo>
                  <a:lnTo>
                    <a:pt x="4091375" y="3093253"/>
                  </a:lnTo>
                  <a:lnTo>
                    <a:pt x="4068251" y="3057777"/>
                  </a:lnTo>
                  <a:lnTo>
                    <a:pt x="4046134" y="3026583"/>
                  </a:lnTo>
                  <a:lnTo>
                    <a:pt x="4046671" y="3022667"/>
                  </a:lnTo>
                  <a:lnTo>
                    <a:pt x="4049409" y="3020565"/>
                  </a:lnTo>
                  <a:lnTo>
                    <a:pt x="4052184" y="3018513"/>
                  </a:lnTo>
                  <a:lnTo>
                    <a:pt x="4056097" y="3019051"/>
                  </a:lnTo>
                  <a:lnTo>
                    <a:pt x="4080659" y="3053831"/>
                  </a:lnTo>
                  <a:lnTo>
                    <a:pt x="4104099" y="3090011"/>
                  </a:lnTo>
                  <a:lnTo>
                    <a:pt x="4131602" y="3136386"/>
                  </a:lnTo>
                  <a:lnTo>
                    <a:pt x="4160118" y="3190521"/>
                  </a:lnTo>
                  <a:lnTo>
                    <a:pt x="4186603" y="3249982"/>
                  </a:lnTo>
                  <a:lnTo>
                    <a:pt x="4208010" y="3312333"/>
                  </a:lnTo>
                  <a:lnTo>
                    <a:pt x="4208947" y="3315649"/>
                  </a:lnTo>
                  <a:lnTo>
                    <a:pt x="4206984" y="3319127"/>
                  </a:lnTo>
                  <a:lnTo>
                    <a:pt x="4200346" y="3320978"/>
                  </a:lnTo>
                  <a:close/>
                </a:path>
                <a:path w="4209415" h="3453129">
                  <a:moveTo>
                    <a:pt x="2778741" y="3453119"/>
                  </a:moveTo>
                  <a:lnTo>
                    <a:pt x="2775666" y="3450580"/>
                  </a:lnTo>
                  <a:lnTo>
                    <a:pt x="2775328" y="3447164"/>
                  </a:lnTo>
                  <a:lnTo>
                    <a:pt x="2775028" y="3443699"/>
                  </a:lnTo>
                  <a:lnTo>
                    <a:pt x="2777528" y="3440658"/>
                  </a:lnTo>
                  <a:lnTo>
                    <a:pt x="2780941" y="3440321"/>
                  </a:lnTo>
                  <a:lnTo>
                    <a:pt x="2855713" y="3427891"/>
                  </a:lnTo>
                  <a:lnTo>
                    <a:pt x="2923521" y="3407422"/>
                  </a:lnTo>
                  <a:lnTo>
                    <a:pt x="2983690" y="3381648"/>
                  </a:lnTo>
                  <a:lnTo>
                    <a:pt x="3035548" y="3353304"/>
                  </a:lnTo>
                  <a:lnTo>
                    <a:pt x="3078421" y="3325125"/>
                  </a:lnTo>
                  <a:lnTo>
                    <a:pt x="3111636" y="3299847"/>
                  </a:lnTo>
                  <a:lnTo>
                    <a:pt x="3146397" y="3268933"/>
                  </a:lnTo>
                  <a:lnTo>
                    <a:pt x="3150359" y="3264829"/>
                  </a:lnTo>
                  <a:lnTo>
                    <a:pt x="3154310" y="3264729"/>
                  </a:lnTo>
                  <a:lnTo>
                    <a:pt x="3159298" y="3269521"/>
                  </a:lnTo>
                  <a:lnTo>
                    <a:pt x="3159398" y="3273424"/>
                  </a:lnTo>
                  <a:lnTo>
                    <a:pt x="3156997" y="3275964"/>
                  </a:lnTo>
                  <a:lnTo>
                    <a:pt x="3110073" y="3317101"/>
                  </a:lnTo>
                  <a:lnTo>
                    <a:pt x="3075260" y="3342621"/>
                  </a:lnTo>
                  <a:lnTo>
                    <a:pt x="3031779" y="3370119"/>
                  </a:lnTo>
                  <a:lnTo>
                    <a:pt x="2980178" y="3397240"/>
                  </a:lnTo>
                  <a:lnTo>
                    <a:pt x="2921009" y="3421627"/>
                  </a:lnTo>
                  <a:lnTo>
                    <a:pt x="2854822" y="3440926"/>
                  </a:lnTo>
                  <a:lnTo>
                    <a:pt x="2782166" y="3452781"/>
                  </a:lnTo>
                  <a:lnTo>
                    <a:pt x="2778741" y="3453119"/>
                  </a:lnTo>
                  <a:close/>
                </a:path>
                <a:path w="4209415" h="3453129">
                  <a:moveTo>
                    <a:pt x="3352276" y="3389351"/>
                  </a:moveTo>
                  <a:lnTo>
                    <a:pt x="3348376" y="3389001"/>
                  </a:lnTo>
                  <a:lnTo>
                    <a:pt x="3346126" y="3386373"/>
                  </a:lnTo>
                  <a:lnTo>
                    <a:pt x="3232541" y="3249728"/>
                  </a:lnTo>
                  <a:lnTo>
                    <a:pt x="3230341" y="3247039"/>
                  </a:lnTo>
                  <a:lnTo>
                    <a:pt x="3230691" y="3243073"/>
                  </a:lnTo>
                  <a:lnTo>
                    <a:pt x="3233366" y="3240883"/>
                  </a:lnTo>
                  <a:lnTo>
                    <a:pt x="3236004" y="3238681"/>
                  </a:lnTo>
                  <a:lnTo>
                    <a:pt x="3239967" y="3239019"/>
                  </a:lnTo>
                  <a:lnTo>
                    <a:pt x="3242167" y="3241709"/>
                  </a:lnTo>
                  <a:lnTo>
                    <a:pt x="3357939" y="3380994"/>
                  </a:lnTo>
                  <a:lnTo>
                    <a:pt x="3357602" y="3384947"/>
                  </a:lnTo>
                  <a:lnTo>
                    <a:pt x="3354914" y="3387149"/>
                  </a:lnTo>
                  <a:lnTo>
                    <a:pt x="3352276" y="3389351"/>
                  </a:lnTo>
                  <a:close/>
                </a:path>
                <a:path w="4209415" h="3453129">
                  <a:moveTo>
                    <a:pt x="3576957" y="3405277"/>
                  </a:moveTo>
                  <a:lnTo>
                    <a:pt x="3573044" y="3404452"/>
                  </a:lnTo>
                  <a:lnTo>
                    <a:pt x="3571194" y="3401512"/>
                  </a:lnTo>
                  <a:lnTo>
                    <a:pt x="3407756" y="3145575"/>
                  </a:lnTo>
                  <a:lnTo>
                    <a:pt x="3408581" y="3141721"/>
                  </a:lnTo>
                  <a:lnTo>
                    <a:pt x="3414394" y="3138005"/>
                  </a:lnTo>
                  <a:lnTo>
                    <a:pt x="3418257" y="3138831"/>
                  </a:lnTo>
                  <a:lnTo>
                    <a:pt x="3420157" y="3141771"/>
                  </a:lnTo>
                  <a:lnTo>
                    <a:pt x="3500946" y="3268262"/>
                  </a:lnTo>
                  <a:lnTo>
                    <a:pt x="3499113" y="3271222"/>
                  </a:lnTo>
                  <a:lnTo>
                    <a:pt x="3500001" y="3275088"/>
                  </a:lnTo>
                  <a:lnTo>
                    <a:pt x="3502926" y="3276940"/>
                  </a:lnTo>
                  <a:lnTo>
                    <a:pt x="3505851" y="3278754"/>
                  </a:lnTo>
                  <a:lnTo>
                    <a:pt x="3507647" y="3278754"/>
                  </a:lnTo>
                  <a:lnTo>
                    <a:pt x="3581745" y="3394768"/>
                  </a:lnTo>
                  <a:lnTo>
                    <a:pt x="3583595" y="3397708"/>
                  </a:lnTo>
                  <a:lnTo>
                    <a:pt x="3582770" y="3401562"/>
                  </a:lnTo>
                  <a:lnTo>
                    <a:pt x="3576957" y="3405277"/>
                  </a:lnTo>
                  <a:close/>
                </a:path>
                <a:path w="4209415" h="3453129">
                  <a:moveTo>
                    <a:pt x="3507420" y="3278398"/>
                  </a:moveTo>
                  <a:lnTo>
                    <a:pt x="3500946" y="3268262"/>
                  </a:lnTo>
                  <a:lnTo>
                    <a:pt x="3553303" y="3184721"/>
                  </a:lnTo>
                  <a:lnTo>
                    <a:pt x="3554980" y="3181994"/>
                  </a:lnTo>
                  <a:lnTo>
                    <a:pt x="3558843" y="3181056"/>
                  </a:lnTo>
                  <a:lnTo>
                    <a:pt x="3561768" y="3182920"/>
                  </a:lnTo>
                  <a:lnTo>
                    <a:pt x="3564694" y="3184721"/>
                  </a:lnTo>
                  <a:lnTo>
                    <a:pt x="3565581" y="3188637"/>
                  </a:lnTo>
                  <a:lnTo>
                    <a:pt x="3511422" y="3275088"/>
                  </a:lnTo>
                  <a:lnTo>
                    <a:pt x="3509714" y="3277878"/>
                  </a:lnTo>
                  <a:lnTo>
                    <a:pt x="3507420" y="3278398"/>
                  </a:lnTo>
                  <a:close/>
                </a:path>
                <a:path w="4209415" h="3453129">
                  <a:moveTo>
                    <a:pt x="3505851" y="3278754"/>
                  </a:moveTo>
                  <a:lnTo>
                    <a:pt x="3502926" y="3276940"/>
                  </a:lnTo>
                  <a:lnTo>
                    <a:pt x="3500001" y="3275088"/>
                  </a:lnTo>
                  <a:lnTo>
                    <a:pt x="3499113" y="3271222"/>
                  </a:lnTo>
                  <a:lnTo>
                    <a:pt x="3500946" y="3268262"/>
                  </a:lnTo>
                  <a:lnTo>
                    <a:pt x="3507420" y="3278398"/>
                  </a:lnTo>
                  <a:lnTo>
                    <a:pt x="3505851" y="3278754"/>
                  </a:lnTo>
                  <a:close/>
                </a:path>
                <a:path w="4209415" h="3453129">
                  <a:moveTo>
                    <a:pt x="3507647" y="3278754"/>
                  </a:moveTo>
                  <a:lnTo>
                    <a:pt x="3505851" y="3278754"/>
                  </a:lnTo>
                  <a:lnTo>
                    <a:pt x="3507420" y="3278398"/>
                  </a:lnTo>
                  <a:lnTo>
                    <a:pt x="3507647" y="3278754"/>
                  </a:lnTo>
                  <a:close/>
                </a:path>
                <a:path w="4209415" h="3453129">
                  <a:moveTo>
                    <a:pt x="1400589" y="339551"/>
                  </a:moveTo>
                  <a:lnTo>
                    <a:pt x="1368662" y="339551"/>
                  </a:lnTo>
                  <a:lnTo>
                    <a:pt x="1387080" y="338743"/>
                  </a:lnTo>
                  <a:lnTo>
                    <a:pt x="1410232" y="335471"/>
                  </a:lnTo>
                  <a:lnTo>
                    <a:pt x="1461394" y="316443"/>
                  </a:lnTo>
                  <a:lnTo>
                    <a:pt x="1468582" y="309012"/>
                  </a:lnTo>
                  <a:lnTo>
                    <a:pt x="1470095" y="306222"/>
                  </a:lnTo>
                  <a:lnTo>
                    <a:pt x="1470820" y="302856"/>
                  </a:lnTo>
                  <a:lnTo>
                    <a:pt x="1470820" y="298840"/>
                  </a:lnTo>
                  <a:lnTo>
                    <a:pt x="1457383" y="260139"/>
                  </a:lnTo>
                  <a:lnTo>
                    <a:pt x="1427948" y="217797"/>
                  </a:lnTo>
                  <a:lnTo>
                    <a:pt x="1398314" y="183852"/>
                  </a:lnTo>
                  <a:lnTo>
                    <a:pt x="1392589" y="178037"/>
                  </a:lnTo>
                  <a:lnTo>
                    <a:pt x="1392639" y="174077"/>
                  </a:lnTo>
                  <a:lnTo>
                    <a:pt x="1397527" y="169190"/>
                  </a:lnTo>
                  <a:lnTo>
                    <a:pt x="1401477" y="169190"/>
                  </a:lnTo>
                  <a:lnTo>
                    <a:pt x="1428770" y="199145"/>
                  </a:lnTo>
                  <a:lnTo>
                    <a:pt x="1470433" y="257942"/>
                  </a:lnTo>
                  <a:lnTo>
                    <a:pt x="1483321" y="298840"/>
                  </a:lnTo>
                  <a:lnTo>
                    <a:pt x="1483321" y="304420"/>
                  </a:lnTo>
                  <a:lnTo>
                    <a:pt x="1444530" y="338087"/>
                  </a:lnTo>
                  <a:lnTo>
                    <a:pt x="1402464" y="338087"/>
                  </a:lnTo>
                  <a:lnTo>
                    <a:pt x="1400589" y="339551"/>
                  </a:lnTo>
                  <a:close/>
                </a:path>
                <a:path w="4209415" h="3453129">
                  <a:moveTo>
                    <a:pt x="1398041" y="349818"/>
                  </a:moveTo>
                  <a:lnTo>
                    <a:pt x="1398802" y="345131"/>
                  </a:lnTo>
                  <a:lnTo>
                    <a:pt x="1399339" y="340527"/>
                  </a:lnTo>
                  <a:lnTo>
                    <a:pt x="1402464" y="338087"/>
                  </a:lnTo>
                  <a:lnTo>
                    <a:pt x="1405877" y="338475"/>
                  </a:lnTo>
                  <a:lnTo>
                    <a:pt x="1409290" y="338926"/>
                  </a:lnTo>
                  <a:lnTo>
                    <a:pt x="1411790" y="342003"/>
                  </a:lnTo>
                  <a:lnTo>
                    <a:pt x="1411390" y="345419"/>
                  </a:lnTo>
                  <a:lnTo>
                    <a:pt x="1411032" y="347988"/>
                  </a:lnTo>
                  <a:lnTo>
                    <a:pt x="1398041" y="349818"/>
                  </a:lnTo>
                  <a:close/>
                </a:path>
                <a:path w="4209415" h="3453129">
                  <a:moveTo>
                    <a:pt x="1411032" y="347988"/>
                  </a:moveTo>
                  <a:lnTo>
                    <a:pt x="1411424" y="345131"/>
                  </a:lnTo>
                  <a:lnTo>
                    <a:pt x="1411790" y="342003"/>
                  </a:lnTo>
                  <a:lnTo>
                    <a:pt x="1409290" y="338926"/>
                  </a:lnTo>
                  <a:lnTo>
                    <a:pt x="1405877" y="338475"/>
                  </a:lnTo>
                  <a:lnTo>
                    <a:pt x="1402464" y="338087"/>
                  </a:lnTo>
                  <a:lnTo>
                    <a:pt x="1444530" y="338087"/>
                  </a:lnTo>
                  <a:lnTo>
                    <a:pt x="1439994" y="340222"/>
                  </a:lnTo>
                  <a:lnTo>
                    <a:pt x="1412683" y="347755"/>
                  </a:lnTo>
                  <a:lnTo>
                    <a:pt x="1411032" y="347988"/>
                  </a:lnTo>
                  <a:close/>
                </a:path>
                <a:path w="4209415" h="3453129">
                  <a:moveTo>
                    <a:pt x="1368662" y="352062"/>
                  </a:moveTo>
                  <a:lnTo>
                    <a:pt x="1359386" y="352062"/>
                  </a:lnTo>
                  <a:lnTo>
                    <a:pt x="1353723" y="351474"/>
                  </a:lnTo>
                  <a:lnTo>
                    <a:pt x="1353523" y="351474"/>
                  </a:lnTo>
                  <a:lnTo>
                    <a:pt x="1350110" y="351086"/>
                  </a:lnTo>
                  <a:lnTo>
                    <a:pt x="1347622" y="348008"/>
                  </a:lnTo>
                  <a:lnTo>
                    <a:pt x="1348310" y="341165"/>
                  </a:lnTo>
                  <a:lnTo>
                    <a:pt x="1351385" y="338625"/>
                  </a:lnTo>
                  <a:lnTo>
                    <a:pt x="1354798" y="339013"/>
                  </a:lnTo>
                  <a:lnTo>
                    <a:pt x="1355673" y="339063"/>
                  </a:lnTo>
                  <a:lnTo>
                    <a:pt x="1357186" y="339213"/>
                  </a:lnTo>
                  <a:lnTo>
                    <a:pt x="1358411" y="339263"/>
                  </a:lnTo>
                  <a:lnTo>
                    <a:pt x="1360811" y="339413"/>
                  </a:lnTo>
                  <a:lnTo>
                    <a:pt x="1364274" y="339551"/>
                  </a:lnTo>
                  <a:lnTo>
                    <a:pt x="1400589" y="339551"/>
                  </a:lnTo>
                  <a:lnTo>
                    <a:pt x="1399339" y="340527"/>
                  </a:lnTo>
                  <a:lnTo>
                    <a:pt x="1398755" y="345419"/>
                  </a:lnTo>
                  <a:lnTo>
                    <a:pt x="1398041" y="349818"/>
                  </a:lnTo>
                  <a:lnTo>
                    <a:pt x="1388144" y="351212"/>
                  </a:lnTo>
                  <a:lnTo>
                    <a:pt x="1368662" y="352062"/>
                  </a:lnTo>
                  <a:close/>
                </a:path>
                <a:path w="4209415" h="3453129">
                  <a:moveTo>
                    <a:pt x="1361623" y="450586"/>
                  </a:moveTo>
                  <a:lnTo>
                    <a:pt x="1324033" y="450586"/>
                  </a:lnTo>
                  <a:lnTo>
                    <a:pt x="1334213" y="449592"/>
                  </a:lnTo>
                  <a:lnTo>
                    <a:pt x="1343374" y="446808"/>
                  </a:lnTo>
                  <a:lnTo>
                    <a:pt x="1372062" y="421509"/>
                  </a:lnTo>
                  <a:lnTo>
                    <a:pt x="1389541" y="384498"/>
                  </a:lnTo>
                  <a:lnTo>
                    <a:pt x="1398041" y="349818"/>
                  </a:lnTo>
                  <a:lnTo>
                    <a:pt x="1411032" y="347988"/>
                  </a:lnTo>
                  <a:lnTo>
                    <a:pt x="1398062" y="397764"/>
                  </a:lnTo>
                  <a:lnTo>
                    <a:pt x="1369787" y="443792"/>
                  </a:lnTo>
                  <a:lnTo>
                    <a:pt x="1361623" y="450586"/>
                  </a:lnTo>
                  <a:close/>
                </a:path>
                <a:path w="4209415" h="3453129">
                  <a:moveTo>
                    <a:pt x="1324033" y="463097"/>
                  </a:moveTo>
                  <a:lnTo>
                    <a:pt x="1317295" y="463097"/>
                  </a:lnTo>
                  <a:lnTo>
                    <a:pt x="1310169" y="462071"/>
                  </a:lnTo>
                  <a:lnTo>
                    <a:pt x="1259434" y="440945"/>
                  </a:lnTo>
                  <a:lnTo>
                    <a:pt x="1228069" y="405225"/>
                  </a:lnTo>
                  <a:lnTo>
                    <a:pt x="1221825" y="377084"/>
                  </a:lnTo>
                  <a:lnTo>
                    <a:pt x="1221932" y="372793"/>
                  </a:lnTo>
                  <a:lnTo>
                    <a:pt x="1222175" y="371266"/>
                  </a:lnTo>
                  <a:lnTo>
                    <a:pt x="1222800" y="367613"/>
                  </a:lnTo>
                  <a:lnTo>
                    <a:pt x="1225975" y="365311"/>
                  </a:lnTo>
                  <a:lnTo>
                    <a:pt x="1232813" y="366387"/>
                  </a:lnTo>
                  <a:lnTo>
                    <a:pt x="1235113" y="369615"/>
                  </a:lnTo>
                  <a:lnTo>
                    <a:pt x="1234613" y="372793"/>
                  </a:lnTo>
                  <a:lnTo>
                    <a:pt x="1233250" y="372793"/>
                  </a:lnTo>
                  <a:lnTo>
                    <a:pt x="1234576" y="373030"/>
                  </a:lnTo>
                  <a:lnTo>
                    <a:pt x="1234476" y="373856"/>
                  </a:lnTo>
                  <a:lnTo>
                    <a:pt x="1234326" y="375670"/>
                  </a:lnTo>
                  <a:lnTo>
                    <a:pt x="1234326" y="377084"/>
                  </a:lnTo>
                  <a:lnTo>
                    <a:pt x="1253852" y="420428"/>
                  </a:lnTo>
                  <a:lnTo>
                    <a:pt x="1306069" y="447946"/>
                  </a:lnTo>
                  <a:lnTo>
                    <a:pt x="1318570" y="450586"/>
                  </a:lnTo>
                  <a:lnTo>
                    <a:pt x="1361623" y="450586"/>
                  </a:lnTo>
                  <a:lnTo>
                    <a:pt x="1360375" y="451624"/>
                  </a:lnTo>
                  <a:lnTo>
                    <a:pt x="1349587" y="457738"/>
                  </a:lnTo>
                  <a:lnTo>
                    <a:pt x="1337460" y="461704"/>
                  </a:lnTo>
                  <a:lnTo>
                    <a:pt x="1324033" y="463097"/>
                  </a:lnTo>
                  <a:close/>
                </a:path>
                <a:path w="4209415" h="3453129">
                  <a:moveTo>
                    <a:pt x="1234576" y="373030"/>
                  </a:moveTo>
                  <a:lnTo>
                    <a:pt x="1233250" y="372793"/>
                  </a:lnTo>
                  <a:lnTo>
                    <a:pt x="1234576" y="372980"/>
                  </a:lnTo>
                  <a:close/>
                </a:path>
                <a:path w="4209415" h="3453129">
                  <a:moveTo>
                    <a:pt x="1234576" y="373030"/>
                  </a:moveTo>
                  <a:lnTo>
                    <a:pt x="1233250" y="372793"/>
                  </a:lnTo>
                  <a:lnTo>
                    <a:pt x="1234613" y="372793"/>
                  </a:lnTo>
                  <a:lnTo>
                    <a:pt x="1234576" y="373030"/>
                  </a:lnTo>
                  <a:close/>
                </a:path>
                <a:path w="4209415" h="3453129">
                  <a:moveTo>
                    <a:pt x="1225887" y="782565"/>
                  </a:moveTo>
                  <a:lnTo>
                    <a:pt x="1148684" y="775665"/>
                  </a:lnTo>
                  <a:lnTo>
                    <a:pt x="1084984" y="759198"/>
                  </a:lnTo>
                  <a:lnTo>
                    <a:pt x="1036843" y="739510"/>
                  </a:lnTo>
                  <a:lnTo>
                    <a:pt x="995443" y="715856"/>
                  </a:lnTo>
                  <a:lnTo>
                    <a:pt x="992030" y="709951"/>
                  </a:lnTo>
                  <a:lnTo>
                    <a:pt x="996081" y="704333"/>
                  </a:lnTo>
                  <a:lnTo>
                    <a:pt x="999981" y="703745"/>
                  </a:lnTo>
                  <a:lnTo>
                    <a:pt x="1002819" y="705747"/>
                  </a:lnTo>
                  <a:lnTo>
                    <a:pt x="1003694" y="706435"/>
                  </a:lnTo>
                  <a:lnTo>
                    <a:pt x="1005357" y="707499"/>
                  </a:lnTo>
                  <a:lnTo>
                    <a:pt x="1049779" y="731788"/>
                  </a:lnTo>
                  <a:lnTo>
                    <a:pt x="1095950" y="749651"/>
                  </a:lnTo>
                  <a:lnTo>
                    <a:pt x="1134108" y="759999"/>
                  </a:lnTo>
                  <a:lnTo>
                    <a:pt x="1177587" y="767324"/>
                  </a:lnTo>
                  <a:lnTo>
                    <a:pt x="1225887" y="770104"/>
                  </a:lnTo>
                  <a:lnTo>
                    <a:pt x="1327976" y="770104"/>
                  </a:lnTo>
                  <a:lnTo>
                    <a:pt x="1318443" y="772709"/>
                  </a:lnTo>
                  <a:lnTo>
                    <a:pt x="1270776" y="780266"/>
                  </a:lnTo>
                  <a:lnTo>
                    <a:pt x="1225887" y="782565"/>
                  </a:lnTo>
                  <a:close/>
                </a:path>
                <a:path w="4209415" h="3453129">
                  <a:moveTo>
                    <a:pt x="1327976" y="770104"/>
                  </a:moveTo>
                  <a:lnTo>
                    <a:pt x="1225887" y="770104"/>
                  </a:lnTo>
                  <a:lnTo>
                    <a:pt x="1269495" y="767828"/>
                  </a:lnTo>
                  <a:lnTo>
                    <a:pt x="1315831" y="760478"/>
                  </a:lnTo>
                  <a:lnTo>
                    <a:pt x="1364620" y="747153"/>
                  </a:lnTo>
                  <a:lnTo>
                    <a:pt x="1415591" y="726953"/>
                  </a:lnTo>
                  <a:lnTo>
                    <a:pt x="1418766" y="725540"/>
                  </a:lnTo>
                  <a:lnTo>
                    <a:pt x="1422479" y="726853"/>
                  </a:lnTo>
                  <a:lnTo>
                    <a:pt x="1423891" y="730031"/>
                  </a:lnTo>
                  <a:lnTo>
                    <a:pt x="1425366" y="733159"/>
                  </a:lnTo>
                  <a:lnTo>
                    <a:pt x="1423991" y="736875"/>
                  </a:lnTo>
                  <a:lnTo>
                    <a:pt x="1420816" y="738288"/>
                  </a:lnTo>
                  <a:lnTo>
                    <a:pt x="1368565" y="759010"/>
                  </a:lnTo>
                  <a:lnTo>
                    <a:pt x="1327976" y="770104"/>
                  </a:lnTo>
                  <a:close/>
                </a:path>
                <a:path w="4209415" h="3453129">
                  <a:moveTo>
                    <a:pt x="1203523" y="2902199"/>
                  </a:moveTo>
                  <a:lnTo>
                    <a:pt x="1199860" y="2900735"/>
                  </a:lnTo>
                  <a:lnTo>
                    <a:pt x="1197122" y="2894379"/>
                  </a:lnTo>
                  <a:lnTo>
                    <a:pt x="1198585" y="2890714"/>
                  </a:lnTo>
                  <a:lnTo>
                    <a:pt x="1361874" y="2820102"/>
                  </a:lnTo>
                  <a:lnTo>
                    <a:pt x="1365536" y="2821615"/>
                  </a:lnTo>
                  <a:lnTo>
                    <a:pt x="1366912" y="2824743"/>
                  </a:lnTo>
                  <a:lnTo>
                    <a:pt x="1368274" y="2827921"/>
                  </a:lnTo>
                  <a:lnTo>
                    <a:pt x="1366812" y="2831587"/>
                  </a:lnTo>
                  <a:lnTo>
                    <a:pt x="1203523" y="2902199"/>
                  </a:lnTo>
                  <a:close/>
                </a:path>
                <a:path w="4209415" h="3453129">
                  <a:moveTo>
                    <a:pt x="1437280" y="75504"/>
                  </a:moveTo>
                  <a:lnTo>
                    <a:pt x="1433317" y="75212"/>
                  </a:lnTo>
                  <a:lnTo>
                    <a:pt x="1431079" y="72573"/>
                  </a:lnTo>
                  <a:lnTo>
                    <a:pt x="1428829" y="69982"/>
                  </a:lnTo>
                  <a:lnTo>
                    <a:pt x="1467715" y="41719"/>
                  </a:lnTo>
                  <a:lnTo>
                    <a:pt x="1512774" y="31472"/>
                  </a:lnTo>
                  <a:lnTo>
                    <a:pt x="1523082" y="32059"/>
                  </a:lnTo>
                  <a:lnTo>
                    <a:pt x="1533563" y="34001"/>
                  </a:lnTo>
                  <a:lnTo>
                    <a:pt x="1544100" y="37465"/>
                  </a:lnTo>
                  <a:lnTo>
                    <a:pt x="1554577" y="42614"/>
                  </a:lnTo>
                  <a:lnTo>
                    <a:pt x="1556611" y="43983"/>
                  </a:lnTo>
                  <a:lnTo>
                    <a:pt x="1512774" y="43983"/>
                  </a:lnTo>
                  <a:lnTo>
                    <a:pt x="1486773" y="47989"/>
                  </a:lnTo>
                  <a:lnTo>
                    <a:pt x="1464348" y="57227"/>
                  </a:lnTo>
                  <a:lnTo>
                    <a:pt x="1447993" y="67088"/>
                  </a:lnTo>
                  <a:lnTo>
                    <a:pt x="1440205" y="72963"/>
                  </a:lnTo>
                  <a:lnTo>
                    <a:pt x="1437280" y="75504"/>
                  </a:lnTo>
                  <a:close/>
                </a:path>
                <a:path w="4209415" h="3453129">
                  <a:moveTo>
                    <a:pt x="1588805" y="93001"/>
                  </a:moveTo>
                  <a:lnTo>
                    <a:pt x="1584942" y="92073"/>
                  </a:lnTo>
                  <a:lnTo>
                    <a:pt x="1583142" y="89189"/>
                  </a:lnTo>
                  <a:lnTo>
                    <a:pt x="1574721" y="77105"/>
                  </a:lnTo>
                  <a:lnTo>
                    <a:pt x="1539424" y="49055"/>
                  </a:lnTo>
                  <a:lnTo>
                    <a:pt x="1512774" y="43983"/>
                  </a:lnTo>
                  <a:lnTo>
                    <a:pt x="1556611" y="43983"/>
                  </a:lnTo>
                  <a:lnTo>
                    <a:pt x="1593730" y="82542"/>
                  </a:lnTo>
                  <a:lnTo>
                    <a:pt x="1595543" y="85474"/>
                  </a:lnTo>
                  <a:lnTo>
                    <a:pt x="1594668" y="89335"/>
                  </a:lnTo>
                  <a:lnTo>
                    <a:pt x="1591730" y="91192"/>
                  </a:lnTo>
                  <a:lnTo>
                    <a:pt x="1588805" y="93001"/>
                  </a:lnTo>
                  <a:close/>
                </a:path>
                <a:path w="4209415" h="3453129">
                  <a:moveTo>
                    <a:pt x="1091939" y="77068"/>
                  </a:moveTo>
                  <a:lnTo>
                    <a:pt x="1086951" y="72230"/>
                  </a:lnTo>
                  <a:lnTo>
                    <a:pt x="1086951" y="68272"/>
                  </a:lnTo>
                  <a:lnTo>
                    <a:pt x="1130117" y="32987"/>
                  </a:lnTo>
                  <a:lnTo>
                    <a:pt x="1173105" y="10390"/>
                  </a:lnTo>
                  <a:lnTo>
                    <a:pt x="1224812" y="0"/>
                  </a:lnTo>
                  <a:lnTo>
                    <a:pt x="1248986" y="2616"/>
                  </a:lnTo>
                  <a:lnTo>
                    <a:pt x="1273194" y="11289"/>
                  </a:lnTo>
                  <a:lnTo>
                    <a:pt x="1274966" y="12462"/>
                  </a:lnTo>
                  <a:lnTo>
                    <a:pt x="1224812" y="12462"/>
                  </a:lnTo>
                  <a:lnTo>
                    <a:pt x="1202249" y="14789"/>
                  </a:lnTo>
                  <a:lnTo>
                    <a:pt x="1160014" y="29945"/>
                  </a:lnTo>
                  <a:lnTo>
                    <a:pt x="1125616" y="51364"/>
                  </a:lnTo>
                  <a:lnTo>
                    <a:pt x="1095889" y="77020"/>
                  </a:lnTo>
                  <a:lnTo>
                    <a:pt x="1091939" y="77068"/>
                  </a:lnTo>
                  <a:close/>
                </a:path>
                <a:path w="4209415" h="3453129">
                  <a:moveTo>
                    <a:pt x="1315395" y="61332"/>
                  </a:moveTo>
                  <a:lnTo>
                    <a:pt x="1311482" y="60844"/>
                  </a:lnTo>
                  <a:lnTo>
                    <a:pt x="1309382" y="58107"/>
                  </a:lnTo>
                  <a:lnTo>
                    <a:pt x="1288772" y="36501"/>
                  </a:lnTo>
                  <a:lnTo>
                    <a:pt x="1267627" y="22455"/>
                  </a:lnTo>
                  <a:lnTo>
                    <a:pt x="1246217" y="14824"/>
                  </a:lnTo>
                  <a:lnTo>
                    <a:pt x="1224812" y="12462"/>
                  </a:lnTo>
                  <a:lnTo>
                    <a:pt x="1274966" y="12462"/>
                  </a:lnTo>
                  <a:lnTo>
                    <a:pt x="1296808" y="26926"/>
                  </a:lnTo>
                  <a:lnTo>
                    <a:pt x="1319195" y="50434"/>
                  </a:lnTo>
                  <a:lnTo>
                    <a:pt x="1321345" y="53122"/>
                  </a:lnTo>
                  <a:lnTo>
                    <a:pt x="1320858" y="57081"/>
                  </a:lnTo>
                  <a:lnTo>
                    <a:pt x="1318120" y="59183"/>
                  </a:lnTo>
                  <a:lnTo>
                    <a:pt x="1315395" y="61332"/>
                  </a:lnTo>
                  <a:close/>
                </a:path>
                <a:path w="4209415" h="3453129">
                  <a:moveTo>
                    <a:pt x="186196" y="1156968"/>
                  </a:moveTo>
                  <a:lnTo>
                    <a:pt x="183315" y="1154228"/>
                  </a:lnTo>
                  <a:lnTo>
                    <a:pt x="183168" y="1150763"/>
                  </a:lnTo>
                  <a:lnTo>
                    <a:pt x="183071" y="1147347"/>
                  </a:lnTo>
                  <a:lnTo>
                    <a:pt x="185756" y="1144457"/>
                  </a:lnTo>
                  <a:lnTo>
                    <a:pt x="524847" y="1132972"/>
                  </a:lnTo>
                  <a:lnTo>
                    <a:pt x="530121" y="1132922"/>
                  </a:lnTo>
                  <a:lnTo>
                    <a:pt x="535346" y="1132922"/>
                  </a:lnTo>
                  <a:lnTo>
                    <a:pt x="582664" y="1135328"/>
                  </a:lnTo>
                  <a:lnTo>
                    <a:pt x="628847" y="1142410"/>
                  </a:lnTo>
                  <a:lnTo>
                    <a:pt x="640365" y="1145383"/>
                  </a:lnTo>
                  <a:lnTo>
                    <a:pt x="530267" y="1145383"/>
                  </a:lnTo>
                  <a:lnTo>
                    <a:pt x="525092" y="1145483"/>
                  </a:lnTo>
                  <a:lnTo>
                    <a:pt x="186196" y="1156968"/>
                  </a:lnTo>
                  <a:close/>
                </a:path>
                <a:path w="4209415" h="3453129">
                  <a:moveTo>
                    <a:pt x="1107636" y="1956920"/>
                  </a:moveTo>
                  <a:lnTo>
                    <a:pt x="970391" y="1474334"/>
                  </a:lnTo>
                  <a:lnTo>
                    <a:pt x="954027" y="1426870"/>
                  </a:lnTo>
                  <a:lnTo>
                    <a:pt x="932898" y="1382212"/>
                  </a:lnTo>
                  <a:lnTo>
                    <a:pt x="907348" y="1340613"/>
                  </a:lnTo>
                  <a:lnTo>
                    <a:pt x="877722" y="1302324"/>
                  </a:lnTo>
                  <a:lnTo>
                    <a:pt x="844365" y="1267597"/>
                  </a:lnTo>
                  <a:lnTo>
                    <a:pt x="807622" y="1236683"/>
                  </a:lnTo>
                  <a:lnTo>
                    <a:pt x="767837" y="1209835"/>
                  </a:lnTo>
                  <a:lnTo>
                    <a:pt x="725354" y="1187303"/>
                  </a:lnTo>
                  <a:lnTo>
                    <a:pt x="680520" y="1169341"/>
                  </a:lnTo>
                  <a:lnTo>
                    <a:pt x="633677" y="1156199"/>
                  </a:lnTo>
                  <a:lnTo>
                    <a:pt x="585171" y="1148129"/>
                  </a:lnTo>
                  <a:lnTo>
                    <a:pt x="535346" y="1145383"/>
                  </a:lnTo>
                  <a:lnTo>
                    <a:pt x="640365" y="1145383"/>
                  </a:lnTo>
                  <a:lnTo>
                    <a:pt x="716696" y="1169792"/>
                  </a:lnTo>
                  <a:lnTo>
                    <a:pt x="757807" y="1189685"/>
                  </a:lnTo>
                  <a:lnTo>
                    <a:pt x="796670" y="1213444"/>
                  </a:lnTo>
                  <a:lnTo>
                    <a:pt x="833009" y="1240864"/>
                  </a:lnTo>
                  <a:lnTo>
                    <a:pt x="866545" y="1271743"/>
                  </a:lnTo>
                  <a:lnTo>
                    <a:pt x="897000" y="1305878"/>
                  </a:lnTo>
                  <a:lnTo>
                    <a:pt x="924097" y="1343066"/>
                  </a:lnTo>
                  <a:lnTo>
                    <a:pt x="947557" y="1383104"/>
                  </a:lnTo>
                  <a:lnTo>
                    <a:pt x="967102" y="1425789"/>
                  </a:lnTo>
                  <a:lnTo>
                    <a:pt x="982455" y="1470918"/>
                  </a:lnTo>
                  <a:lnTo>
                    <a:pt x="1119750" y="1953817"/>
                  </a:lnTo>
                  <a:lnTo>
                    <a:pt x="1116453" y="1953817"/>
                  </a:lnTo>
                  <a:lnTo>
                    <a:pt x="1113228" y="1954980"/>
                  </a:lnTo>
                  <a:lnTo>
                    <a:pt x="1107636" y="1956920"/>
                  </a:lnTo>
                  <a:close/>
                </a:path>
                <a:path w="4209415" h="3453129">
                  <a:moveTo>
                    <a:pt x="151827" y="2288484"/>
                  </a:moveTo>
                  <a:lnTo>
                    <a:pt x="1025" y="1815170"/>
                  </a:lnTo>
                  <a:lnTo>
                    <a:pt x="0" y="1811892"/>
                  </a:lnTo>
                  <a:lnTo>
                    <a:pt x="1806" y="1808377"/>
                  </a:lnTo>
                  <a:lnTo>
                    <a:pt x="5077" y="1807301"/>
                  </a:lnTo>
                  <a:lnTo>
                    <a:pt x="8398" y="1806275"/>
                  </a:lnTo>
                  <a:lnTo>
                    <a:pt x="11914" y="1808077"/>
                  </a:lnTo>
                  <a:lnTo>
                    <a:pt x="12939" y="1811354"/>
                  </a:lnTo>
                  <a:lnTo>
                    <a:pt x="163643" y="2284358"/>
                  </a:lnTo>
                  <a:lnTo>
                    <a:pt x="154016" y="2287697"/>
                  </a:lnTo>
                  <a:lnTo>
                    <a:pt x="151827" y="2288484"/>
                  </a:lnTo>
                  <a:close/>
                </a:path>
                <a:path w="4209415" h="3453129">
                  <a:moveTo>
                    <a:pt x="1111053" y="1968935"/>
                  </a:moveTo>
                  <a:lnTo>
                    <a:pt x="1107636" y="1956920"/>
                  </a:lnTo>
                  <a:lnTo>
                    <a:pt x="1113228" y="1954980"/>
                  </a:lnTo>
                  <a:lnTo>
                    <a:pt x="1116453" y="1953817"/>
                  </a:lnTo>
                  <a:lnTo>
                    <a:pt x="1120016" y="1955568"/>
                  </a:lnTo>
                  <a:lnTo>
                    <a:pt x="1121316" y="1959328"/>
                  </a:lnTo>
                  <a:lnTo>
                    <a:pt x="1122160" y="1962295"/>
                  </a:lnTo>
                  <a:lnTo>
                    <a:pt x="1120554" y="1965640"/>
                  </a:lnTo>
                  <a:lnTo>
                    <a:pt x="1111053" y="1968935"/>
                  </a:lnTo>
                  <a:close/>
                </a:path>
                <a:path w="4209415" h="3453129">
                  <a:moveTo>
                    <a:pt x="1121316" y="1959328"/>
                  </a:moveTo>
                  <a:lnTo>
                    <a:pt x="1120016" y="1955568"/>
                  </a:lnTo>
                  <a:lnTo>
                    <a:pt x="1116453" y="1953817"/>
                  </a:lnTo>
                  <a:lnTo>
                    <a:pt x="1119750" y="1953817"/>
                  </a:lnTo>
                  <a:lnTo>
                    <a:pt x="1121316" y="1959328"/>
                  </a:lnTo>
                  <a:close/>
                </a:path>
                <a:path w="4209415" h="3453129">
                  <a:moveTo>
                    <a:pt x="167443" y="2296285"/>
                  </a:moveTo>
                  <a:lnTo>
                    <a:pt x="163643" y="2284358"/>
                  </a:lnTo>
                  <a:lnTo>
                    <a:pt x="1107636" y="1956920"/>
                  </a:lnTo>
                  <a:lnTo>
                    <a:pt x="1111053" y="1968935"/>
                  </a:lnTo>
                  <a:lnTo>
                    <a:pt x="167443" y="2296285"/>
                  </a:lnTo>
                  <a:close/>
                </a:path>
                <a:path w="4209415" h="3453129">
                  <a:moveTo>
                    <a:pt x="1122160" y="1962295"/>
                  </a:moveTo>
                  <a:lnTo>
                    <a:pt x="1121316" y="1959328"/>
                  </a:lnTo>
                  <a:lnTo>
                    <a:pt x="1122266" y="1962074"/>
                  </a:lnTo>
                  <a:lnTo>
                    <a:pt x="1122160" y="1962295"/>
                  </a:lnTo>
                  <a:close/>
                </a:path>
                <a:path w="4209415" h="3453129">
                  <a:moveTo>
                    <a:pt x="1137980" y="2053417"/>
                  </a:moveTo>
                  <a:lnTo>
                    <a:pt x="1134517" y="2051503"/>
                  </a:lnTo>
                  <a:lnTo>
                    <a:pt x="1133564" y="2048087"/>
                  </a:lnTo>
                  <a:lnTo>
                    <a:pt x="1111053" y="1968935"/>
                  </a:lnTo>
                  <a:lnTo>
                    <a:pt x="1120554" y="1965640"/>
                  </a:lnTo>
                  <a:lnTo>
                    <a:pt x="1122160" y="1962295"/>
                  </a:lnTo>
                  <a:lnTo>
                    <a:pt x="1145606" y="2044759"/>
                  </a:lnTo>
                  <a:lnTo>
                    <a:pt x="1146531" y="2048087"/>
                  </a:lnTo>
                  <a:lnTo>
                    <a:pt x="1144631" y="2051503"/>
                  </a:lnTo>
                  <a:lnTo>
                    <a:pt x="1141305" y="2052478"/>
                  </a:lnTo>
                  <a:lnTo>
                    <a:pt x="1137980" y="2053417"/>
                  </a:lnTo>
                  <a:close/>
                </a:path>
                <a:path w="4209415" h="3453129">
                  <a:moveTo>
                    <a:pt x="155617" y="2300381"/>
                  </a:moveTo>
                  <a:lnTo>
                    <a:pt x="151827" y="2288484"/>
                  </a:lnTo>
                  <a:lnTo>
                    <a:pt x="154016" y="2287697"/>
                  </a:lnTo>
                  <a:lnTo>
                    <a:pt x="163643" y="2284358"/>
                  </a:lnTo>
                  <a:lnTo>
                    <a:pt x="167443" y="2296285"/>
                  </a:lnTo>
                  <a:lnTo>
                    <a:pt x="155617" y="2300381"/>
                  </a:lnTo>
                  <a:close/>
                </a:path>
                <a:path w="4209415" h="3453129">
                  <a:moveTo>
                    <a:pt x="154846" y="2300646"/>
                  </a:moveTo>
                  <a:lnTo>
                    <a:pt x="151281" y="2298945"/>
                  </a:lnTo>
                  <a:lnTo>
                    <a:pt x="149034" y="2292439"/>
                  </a:lnTo>
                  <a:lnTo>
                    <a:pt x="150744" y="2288873"/>
                  </a:lnTo>
                  <a:lnTo>
                    <a:pt x="151827" y="2288484"/>
                  </a:lnTo>
                  <a:lnTo>
                    <a:pt x="155617" y="2300381"/>
                  </a:lnTo>
                  <a:lnTo>
                    <a:pt x="154846" y="2300646"/>
                  </a:lnTo>
                  <a:close/>
                </a:path>
                <a:path w="4209415" h="3453129">
                  <a:moveTo>
                    <a:pt x="212517" y="2469844"/>
                  </a:moveTo>
                  <a:lnTo>
                    <a:pt x="209001" y="2467980"/>
                  </a:lnTo>
                  <a:lnTo>
                    <a:pt x="207975" y="2464715"/>
                  </a:lnTo>
                  <a:lnTo>
                    <a:pt x="155617" y="2300381"/>
                  </a:lnTo>
                  <a:lnTo>
                    <a:pt x="167443" y="2296285"/>
                  </a:lnTo>
                  <a:lnTo>
                    <a:pt x="219890" y="2460899"/>
                  </a:lnTo>
                  <a:lnTo>
                    <a:pt x="220915" y="2464227"/>
                  </a:lnTo>
                  <a:lnTo>
                    <a:pt x="219109" y="2467743"/>
                  </a:lnTo>
                  <a:lnTo>
                    <a:pt x="215837" y="2468768"/>
                  </a:lnTo>
                  <a:lnTo>
                    <a:pt x="212517" y="2469844"/>
                  </a:lnTo>
                  <a:close/>
                </a:path>
              </a:pathLst>
            </a:custGeom>
            <a:solidFill>
              <a:srgbClr val="2815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382711" y="4199256"/>
              <a:ext cx="2223135" cy="2419985"/>
            </a:xfrm>
            <a:custGeom>
              <a:avLst/>
              <a:gdLst/>
              <a:ahLst/>
              <a:cxnLst/>
              <a:rect l="l" t="t" r="r" b="b"/>
              <a:pathLst>
                <a:path w="2223134" h="2419984">
                  <a:moveTo>
                    <a:pt x="0" y="2419450"/>
                  </a:moveTo>
                  <a:lnTo>
                    <a:pt x="2222996" y="2419450"/>
                  </a:lnTo>
                  <a:lnTo>
                    <a:pt x="2222996" y="0"/>
                  </a:lnTo>
                  <a:lnTo>
                    <a:pt x="0" y="0"/>
                  </a:lnTo>
                  <a:lnTo>
                    <a:pt x="0" y="2419450"/>
                  </a:lnTo>
                  <a:close/>
                </a:path>
              </a:pathLst>
            </a:custGeom>
            <a:solidFill>
              <a:srgbClr val="FBD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382711" y="4013791"/>
              <a:ext cx="2223135" cy="186055"/>
            </a:xfrm>
            <a:custGeom>
              <a:avLst/>
              <a:gdLst/>
              <a:ahLst/>
              <a:cxnLst/>
              <a:rect l="l" t="t" r="r" b="b"/>
              <a:pathLst>
                <a:path w="2223134" h="186054">
                  <a:moveTo>
                    <a:pt x="2222996" y="185465"/>
                  </a:moveTo>
                  <a:lnTo>
                    <a:pt x="0" y="185465"/>
                  </a:lnTo>
                  <a:lnTo>
                    <a:pt x="0" y="0"/>
                  </a:lnTo>
                  <a:lnTo>
                    <a:pt x="2222996" y="0"/>
                  </a:lnTo>
                  <a:lnTo>
                    <a:pt x="2222996" y="185465"/>
                  </a:lnTo>
                  <a:close/>
                </a:path>
              </a:pathLst>
            </a:custGeom>
            <a:solidFill>
              <a:srgbClr val="EBC6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677022" y="4414392"/>
              <a:ext cx="1695450" cy="1447800"/>
            </a:xfrm>
            <a:custGeom>
              <a:avLst/>
              <a:gdLst/>
              <a:ahLst/>
              <a:cxnLst/>
              <a:rect l="l" t="t" r="r" b="b"/>
              <a:pathLst>
                <a:path w="1695450" h="1447800">
                  <a:moveTo>
                    <a:pt x="252514" y="1149934"/>
                  </a:moveTo>
                  <a:lnTo>
                    <a:pt x="249732" y="1147140"/>
                  </a:lnTo>
                  <a:lnTo>
                    <a:pt x="2781" y="1147140"/>
                  </a:lnTo>
                  <a:lnTo>
                    <a:pt x="0" y="1149934"/>
                  </a:lnTo>
                  <a:lnTo>
                    <a:pt x="0" y="1156830"/>
                  </a:lnTo>
                  <a:lnTo>
                    <a:pt x="2781" y="1159649"/>
                  </a:lnTo>
                  <a:lnTo>
                    <a:pt x="249732" y="1159649"/>
                  </a:lnTo>
                  <a:lnTo>
                    <a:pt x="252514" y="1156830"/>
                  </a:lnTo>
                  <a:lnTo>
                    <a:pt x="252514" y="1149934"/>
                  </a:lnTo>
                  <a:close/>
                </a:path>
                <a:path w="1695450" h="1447800">
                  <a:moveTo>
                    <a:pt x="252514" y="339204"/>
                  </a:moveTo>
                  <a:lnTo>
                    <a:pt x="249732" y="336435"/>
                  </a:lnTo>
                  <a:lnTo>
                    <a:pt x="2781" y="336435"/>
                  </a:lnTo>
                  <a:lnTo>
                    <a:pt x="0" y="339204"/>
                  </a:lnTo>
                  <a:lnTo>
                    <a:pt x="0" y="346151"/>
                  </a:lnTo>
                  <a:lnTo>
                    <a:pt x="2781" y="348945"/>
                  </a:lnTo>
                  <a:lnTo>
                    <a:pt x="249732" y="348945"/>
                  </a:lnTo>
                  <a:lnTo>
                    <a:pt x="252514" y="346151"/>
                  </a:lnTo>
                  <a:lnTo>
                    <a:pt x="252514" y="339204"/>
                  </a:lnTo>
                  <a:close/>
                </a:path>
                <a:path w="1695450" h="1447800">
                  <a:moveTo>
                    <a:pt x="420103" y="1372006"/>
                  </a:moveTo>
                  <a:lnTo>
                    <a:pt x="417271" y="1369212"/>
                  </a:lnTo>
                  <a:lnTo>
                    <a:pt x="2781" y="1369212"/>
                  </a:lnTo>
                  <a:lnTo>
                    <a:pt x="0" y="1372006"/>
                  </a:lnTo>
                  <a:lnTo>
                    <a:pt x="0" y="1378902"/>
                  </a:lnTo>
                  <a:lnTo>
                    <a:pt x="2781" y="1381721"/>
                  </a:lnTo>
                  <a:lnTo>
                    <a:pt x="417271" y="1381721"/>
                  </a:lnTo>
                  <a:lnTo>
                    <a:pt x="420103" y="1378902"/>
                  </a:lnTo>
                  <a:lnTo>
                    <a:pt x="420103" y="1372006"/>
                  </a:lnTo>
                  <a:close/>
                </a:path>
                <a:path w="1695450" h="1447800">
                  <a:moveTo>
                    <a:pt x="420103" y="927862"/>
                  </a:moveTo>
                  <a:lnTo>
                    <a:pt x="417271" y="925068"/>
                  </a:lnTo>
                  <a:lnTo>
                    <a:pt x="2781" y="925068"/>
                  </a:lnTo>
                  <a:lnTo>
                    <a:pt x="0" y="927862"/>
                  </a:lnTo>
                  <a:lnTo>
                    <a:pt x="0" y="934758"/>
                  </a:lnTo>
                  <a:lnTo>
                    <a:pt x="2781" y="937590"/>
                  </a:lnTo>
                  <a:lnTo>
                    <a:pt x="417271" y="937590"/>
                  </a:lnTo>
                  <a:lnTo>
                    <a:pt x="420103" y="934758"/>
                  </a:lnTo>
                  <a:lnTo>
                    <a:pt x="420103" y="927862"/>
                  </a:lnTo>
                  <a:close/>
                </a:path>
                <a:path w="1695450" h="1447800">
                  <a:moveTo>
                    <a:pt x="420103" y="561276"/>
                  </a:moveTo>
                  <a:lnTo>
                    <a:pt x="417271" y="558507"/>
                  </a:lnTo>
                  <a:lnTo>
                    <a:pt x="2781" y="558507"/>
                  </a:lnTo>
                  <a:lnTo>
                    <a:pt x="0" y="561276"/>
                  </a:lnTo>
                  <a:lnTo>
                    <a:pt x="0" y="568223"/>
                  </a:lnTo>
                  <a:lnTo>
                    <a:pt x="2781" y="571017"/>
                  </a:lnTo>
                  <a:lnTo>
                    <a:pt x="417271" y="571017"/>
                  </a:lnTo>
                  <a:lnTo>
                    <a:pt x="420103" y="568223"/>
                  </a:lnTo>
                  <a:lnTo>
                    <a:pt x="420103" y="561276"/>
                  </a:lnTo>
                  <a:close/>
                </a:path>
                <a:path w="1695450" h="1447800">
                  <a:moveTo>
                    <a:pt x="420103" y="117144"/>
                  </a:moveTo>
                  <a:lnTo>
                    <a:pt x="417271" y="114363"/>
                  </a:lnTo>
                  <a:lnTo>
                    <a:pt x="2781" y="114363"/>
                  </a:lnTo>
                  <a:lnTo>
                    <a:pt x="0" y="117144"/>
                  </a:lnTo>
                  <a:lnTo>
                    <a:pt x="0" y="124079"/>
                  </a:lnTo>
                  <a:lnTo>
                    <a:pt x="2781" y="126873"/>
                  </a:lnTo>
                  <a:lnTo>
                    <a:pt x="417271" y="126873"/>
                  </a:lnTo>
                  <a:lnTo>
                    <a:pt x="420103" y="124079"/>
                  </a:lnTo>
                  <a:lnTo>
                    <a:pt x="420103" y="117144"/>
                  </a:lnTo>
                  <a:close/>
                </a:path>
                <a:path w="1695450" h="1447800">
                  <a:moveTo>
                    <a:pt x="570839" y="1035532"/>
                  </a:moveTo>
                  <a:lnTo>
                    <a:pt x="568071" y="1032738"/>
                  </a:lnTo>
                  <a:lnTo>
                    <a:pt x="2781" y="1032738"/>
                  </a:lnTo>
                  <a:lnTo>
                    <a:pt x="0" y="1035532"/>
                  </a:lnTo>
                  <a:lnTo>
                    <a:pt x="0" y="1042466"/>
                  </a:lnTo>
                  <a:lnTo>
                    <a:pt x="2781" y="1045248"/>
                  </a:lnTo>
                  <a:lnTo>
                    <a:pt x="568071" y="1045248"/>
                  </a:lnTo>
                  <a:lnTo>
                    <a:pt x="570839" y="1042466"/>
                  </a:lnTo>
                  <a:lnTo>
                    <a:pt x="570839" y="1035532"/>
                  </a:lnTo>
                  <a:close/>
                </a:path>
                <a:path w="1695450" h="1447800">
                  <a:moveTo>
                    <a:pt x="570839" y="224853"/>
                  </a:moveTo>
                  <a:lnTo>
                    <a:pt x="568071" y="222072"/>
                  </a:lnTo>
                  <a:lnTo>
                    <a:pt x="2781" y="222072"/>
                  </a:lnTo>
                  <a:lnTo>
                    <a:pt x="0" y="224853"/>
                  </a:lnTo>
                  <a:lnTo>
                    <a:pt x="0" y="231787"/>
                  </a:lnTo>
                  <a:lnTo>
                    <a:pt x="2781" y="234581"/>
                  </a:lnTo>
                  <a:lnTo>
                    <a:pt x="568071" y="234581"/>
                  </a:lnTo>
                  <a:lnTo>
                    <a:pt x="570839" y="231787"/>
                  </a:lnTo>
                  <a:lnTo>
                    <a:pt x="570839" y="224853"/>
                  </a:lnTo>
                  <a:close/>
                </a:path>
                <a:path w="1695450" h="1447800">
                  <a:moveTo>
                    <a:pt x="573532" y="1257642"/>
                  </a:moveTo>
                  <a:lnTo>
                    <a:pt x="570750" y="1254810"/>
                  </a:lnTo>
                  <a:lnTo>
                    <a:pt x="2781" y="1254810"/>
                  </a:lnTo>
                  <a:lnTo>
                    <a:pt x="0" y="1257642"/>
                  </a:lnTo>
                  <a:lnTo>
                    <a:pt x="0" y="1264539"/>
                  </a:lnTo>
                  <a:lnTo>
                    <a:pt x="2781" y="1267320"/>
                  </a:lnTo>
                  <a:lnTo>
                    <a:pt x="570750" y="1267320"/>
                  </a:lnTo>
                  <a:lnTo>
                    <a:pt x="573532" y="1264539"/>
                  </a:lnTo>
                  <a:lnTo>
                    <a:pt x="573532" y="1257642"/>
                  </a:lnTo>
                  <a:close/>
                </a:path>
                <a:path w="1695450" h="1447800">
                  <a:moveTo>
                    <a:pt x="573532" y="446925"/>
                  </a:moveTo>
                  <a:lnTo>
                    <a:pt x="570750" y="444144"/>
                  </a:lnTo>
                  <a:lnTo>
                    <a:pt x="2781" y="444144"/>
                  </a:lnTo>
                  <a:lnTo>
                    <a:pt x="0" y="446925"/>
                  </a:lnTo>
                  <a:lnTo>
                    <a:pt x="0" y="453859"/>
                  </a:lnTo>
                  <a:lnTo>
                    <a:pt x="2781" y="456653"/>
                  </a:lnTo>
                  <a:lnTo>
                    <a:pt x="570750" y="456653"/>
                  </a:lnTo>
                  <a:lnTo>
                    <a:pt x="573532" y="453859"/>
                  </a:lnTo>
                  <a:lnTo>
                    <a:pt x="573532" y="446925"/>
                  </a:lnTo>
                  <a:close/>
                </a:path>
                <a:path w="1695450" h="1447800">
                  <a:moveTo>
                    <a:pt x="713143" y="813460"/>
                  </a:moveTo>
                  <a:lnTo>
                    <a:pt x="710311" y="810679"/>
                  </a:lnTo>
                  <a:lnTo>
                    <a:pt x="2781" y="810679"/>
                  </a:lnTo>
                  <a:lnTo>
                    <a:pt x="0" y="813460"/>
                  </a:lnTo>
                  <a:lnTo>
                    <a:pt x="0" y="820394"/>
                  </a:lnTo>
                  <a:lnTo>
                    <a:pt x="2781" y="823188"/>
                  </a:lnTo>
                  <a:lnTo>
                    <a:pt x="710311" y="823188"/>
                  </a:lnTo>
                  <a:lnTo>
                    <a:pt x="713143" y="820394"/>
                  </a:lnTo>
                  <a:lnTo>
                    <a:pt x="713143" y="813460"/>
                  </a:lnTo>
                  <a:close/>
                </a:path>
                <a:path w="1695450" h="1447800">
                  <a:moveTo>
                    <a:pt x="713143" y="2781"/>
                  </a:moveTo>
                  <a:lnTo>
                    <a:pt x="710311" y="0"/>
                  </a:lnTo>
                  <a:lnTo>
                    <a:pt x="2781" y="0"/>
                  </a:lnTo>
                  <a:lnTo>
                    <a:pt x="0" y="2781"/>
                  </a:lnTo>
                  <a:lnTo>
                    <a:pt x="0" y="9715"/>
                  </a:lnTo>
                  <a:lnTo>
                    <a:pt x="2781" y="12509"/>
                  </a:lnTo>
                  <a:lnTo>
                    <a:pt x="710311" y="12509"/>
                  </a:lnTo>
                  <a:lnTo>
                    <a:pt x="713143" y="9715"/>
                  </a:lnTo>
                  <a:lnTo>
                    <a:pt x="713143" y="2781"/>
                  </a:lnTo>
                  <a:close/>
                </a:path>
                <a:path w="1695450" h="1447800">
                  <a:moveTo>
                    <a:pt x="834390" y="1372006"/>
                  </a:moveTo>
                  <a:lnTo>
                    <a:pt x="831608" y="1369212"/>
                  </a:lnTo>
                  <a:lnTo>
                    <a:pt x="520700" y="1369212"/>
                  </a:lnTo>
                  <a:lnTo>
                    <a:pt x="517867" y="1372006"/>
                  </a:lnTo>
                  <a:lnTo>
                    <a:pt x="517867" y="1378902"/>
                  </a:lnTo>
                  <a:lnTo>
                    <a:pt x="520700" y="1381721"/>
                  </a:lnTo>
                  <a:lnTo>
                    <a:pt x="831608" y="1381721"/>
                  </a:lnTo>
                  <a:lnTo>
                    <a:pt x="834390" y="1378902"/>
                  </a:lnTo>
                  <a:lnTo>
                    <a:pt x="834390" y="1372006"/>
                  </a:lnTo>
                  <a:close/>
                </a:path>
                <a:path w="1695450" h="1447800">
                  <a:moveTo>
                    <a:pt x="834390" y="561276"/>
                  </a:moveTo>
                  <a:lnTo>
                    <a:pt x="831608" y="558507"/>
                  </a:lnTo>
                  <a:lnTo>
                    <a:pt x="520700" y="558507"/>
                  </a:lnTo>
                  <a:lnTo>
                    <a:pt x="517867" y="561276"/>
                  </a:lnTo>
                  <a:lnTo>
                    <a:pt x="517867" y="568223"/>
                  </a:lnTo>
                  <a:lnTo>
                    <a:pt x="520700" y="571017"/>
                  </a:lnTo>
                  <a:lnTo>
                    <a:pt x="831608" y="571017"/>
                  </a:lnTo>
                  <a:lnTo>
                    <a:pt x="834390" y="568223"/>
                  </a:lnTo>
                  <a:lnTo>
                    <a:pt x="834390" y="561276"/>
                  </a:lnTo>
                  <a:close/>
                </a:path>
                <a:path w="1695450" h="1447800">
                  <a:moveTo>
                    <a:pt x="894613" y="1149934"/>
                  </a:moveTo>
                  <a:lnTo>
                    <a:pt x="891768" y="1147140"/>
                  </a:lnTo>
                  <a:lnTo>
                    <a:pt x="353098" y="1147140"/>
                  </a:lnTo>
                  <a:lnTo>
                    <a:pt x="350329" y="1149934"/>
                  </a:lnTo>
                  <a:lnTo>
                    <a:pt x="350329" y="1156830"/>
                  </a:lnTo>
                  <a:lnTo>
                    <a:pt x="353098" y="1159649"/>
                  </a:lnTo>
                  <a:lnTo>
                    <a:pt x="891768" y="1159649"/>
                  </a:lnTo>
                  <a:lnTo>
                    <a:pt x="894613" y="1156830"/>
                  </a:lnTo>
                  <a:lnTo>
                    <a:pt x="894613" y="1149934"/>
                  </a:lnTo>
                  <a:close/>
                </a:path>
                <a:path w="1695450" h="1447800">
                  <a:moveTo>
                    <a:pt x="894613" y="339204"/>
                  </a:moveTo>
                  <a:lnTo>
                    <a:pt x="891768" y="336435"/>
                  </a:lnTo>
                  <a:lnTo>
                    <a:pt x="353098" y="336435"/>
                  </a:lnTo>
                  <a:lnTo>
                    <a:pt x="350329" y="339204"/>
                  </a:lnTo>
                  <a:lnTo>
                    <a:pt x="350329" y="346151"/>
                  </a:lnTo>
                  <a:lnTo>
                    <a:pt x="353098" y="348945"/>
                  </a:lnTo>
                  <a:lnTo>
                    <a:pt x="891768" y="348945"/>
                  </a:lnTo>
                  <a:lnTo>
                    <a:pt x="894613" y="346151"/>
                  </a:lnTo>
                  <a:lnTo>
                    <a:pt x="894613" y="339204"/>
                  </a:lnTo>
                  <a:close/>
                </a:path>
                <a:path w="1695450" h="1447800">
                  <a:moveTo>
                    <a:pt x="1121371" y="1257642"/>
                  </a:moveTo>
                  <a:lnTo>
                    <a:pt x="1118603" y="1254810"/>
                  </a:lnTo>
                  <a:lnTo>
                    <a:pt x="674128" y="1254810"/>
                  </a:lnTo>
                  <a:lnTo>
                    <a:pt x="671334" y="1257642"/>
                  </a:lnTo>
                  <a:lnTo>
                    <a:pt x="671334" y="1264539"/>
                  </a:lnTo>
                  <a:lnTo>
                    <a:pt x="674128" y="1267320"/>
                  </a:lnTo>
                  <a:lnTo>
                    <a:pt x="1118603" y="1267320"/>
                  </a:lnTo>
                  <a:lnTo>
                    <a:pt x="1121371" y="1264539"/>
                  </a:lnTo>
                  <a:lnTo>
                    <a:pt x="1121371" y="1257642"/>
                  </a:lnTo>
                  <a:close/>
                </a:path>
                <a:path w="1695450" h="1447800">
                  <a:moveTo>
                    <a:pt x="1121371" y="446925"/>
                  </a:moveTo>
                  <a:lnTo>
                    <a:pt x="1118603" y="444144"/>
                  </a:lnTo>
                  <a:lnTo>
                    <a:pt x="674128" y="444144"/>
                  </a:lnTo>
                  <a:lnTo>
                    <a:pt x="671334" y="446925"/>
                  </a:lnTo>
                  <a:lnTo>
                    <a:pt x="671334" y="453859"/>
                  </a:lnTo>
                  <a:lnTo>
                    <a:pt x="674128" y="456653"/>
                  </a:lnTo>
                  <a:lnTo>
                    <a:pt x="1118603" y="456653"/>
                  </a:lnTo>
                  <a:lnTo>
                    <a:pt x="1121371" y="453859"/>
                  </a:lnTo>
                  <a:lnTo>
                    <a:pt x="1121371" y="446925"/>
                  </a:lnTo>
                  <a:close/>
                </a:path>
                <a:path w="1695450" h="1447800">
                  <a:moveTo>
                    <a:pt x="1154341" y="1035532"/>
                  </a:moveTo>
                  <a:lnTo>
                    <a:pt x="1151559" y="1032738"/>
                  </a:lnTo>
                  <a:lnTo>
                    <a:pt x="671436" y="1032738"/>
                  </a:lnTo>
                  <a:lnTo>
                    <a:pt x="668667" y="1035532"/>
                  </a:lnTo>
                  <a:lnTo>
                    <a:pt x="668667" y="1042466"/>
                  </a:lnTo>
                  <a:lnTo>
                    <a:pt x="671436" y="1045248"/>
                  </a:lnTo>
                  <a:lnTo>
                    <a:pt x="1151559" y="1045248"/>
                  </a:lnTo>
                  <a:lnTo>
                    <a:pt x="1154341" y="1042466"/>
                  </a:lnTo>
                  <a:lnTo>
                    <a:pt x="1154341" y="1035532"/>
                  </a:lnTo>
                  <a:close/>
                </a:path>
                <a:path w="1695450" h="1447800">
                  <a:moveTo>
                    <a:pt x="1154341" y="224853"/>
                  </a:moveTo>
                  <a:lnTo>
                    <a:pt x="1151559" y="222072"/>
                  </a:lnTo>
                  <a:lnTo>
                    <a:pt x="671436" y="222072"/>
                  </a:lnTo>
                  <a:lnTo>
                    <a:pt x="668667" y="224853"/>
                  </a:lnTo>
                  <a:lnTo>
                    <a:pt x="668667" y="231787"/>
                  </a:lnTo>
                  <a:lnTo>
                    <a:pt x="671436" y="234581"/>
                  </a:lnTo>
                  <a:lnTo>
                    <a:pt x="1151559" y="234581"/>
                  </a:lnTo>
                  <a:lnTo>
                    <a:pt x="1154341" y="231787"/>
                  </a:lnTo>
                  <a:lnTo>
                    <a:pt x="1154341" y="224853"/>
                  </a:lnTo>
                  <a:close/>
                </a:path>
                <a:path w="1695450" h="1447800">
                  <a:moveTo>
                    <a:pt x="1188275" y="927862"/>
                  </a:moveTo>
                  <a:lnTo>
                    <a:pt x="1185494" y="925068"/>
                  </a:lnTo>
                  <a:lnTo>
                    <a:pt x="520700" y="925068"/>
                  </a:lnTo>
                  <a:lnTo>
                    <a:pt x="517867" y="927862"/>
                  </a:lnTo>
                  <a:lnTo>
                    <a:pt x="517867" y="934758"/>
                  </a:lnTo>
                  <a:lnTo>
                    <a:pt x="520700" y="937590"/>
                  </a:lnTo>
                  <a:lnTo>
                    <a:pt x="1185494" y="937590"/>
                  </a:lnTo>
                  <a:lnTo>
                    <a:pt x="1188275" y="934758"/>
                  </a:lnTo>
                  <a:lnTo>
                    <a:pt x="1188275" y="927862"/>
                  </a:lnTo>
                  <a:close/>
                </a:path>
                <a:path w="1695450" h="1447800">
                  <a:moveTo>
                    <a:pt x="1188275" y="117144"/>
                  </a:moveTo>
                  <a:lnTo>
                    <a:pt x="1185494" y="114363"/>
                  </a:lnTo>
                  <a:lnTo>
                    <a:pt x="520700" y="114363"/>
                  </a:lnTo>
                  <a:lnTo>
                    <a:pt x="517867" y="117144"/>
                  </a:lnTo>
                  <a:lnTo>
                    <a:pt x="517867" y="124079"/>
                  </a:lnTo>
                  <a:lnTo>
                    <a:pt x="520700" y="126873"/>
                  </a:lnTo>
                  <a:lnTo>
                    <a:pt x="1185494" y="126873"/>
                  </a:lnTo>
                  <a:lnTo>
                    <a:pt x="1188275" y="124079"/>
                  </a:lnTo>
                  <a:lnTo>
                    <a:pt x="1188275" y="117144"/>
                  </a:lnTo>
                  <a:close/>
                </a:path>
                <a:path w="1695450" h="1447800">
                  <a:moveTo>
                    <a:pt x="1303147" y="813460"/>
                  </a:moveTo>
                  <a:lnTo>
                    <a:pt x="1300353" y="810679"/>
                  </a:lnTo>
                  <a:lnTo>
                    <a:pt x="813739" y="810679"/>
                  </a:lnTo>
                  <a:lnTo>
                    <a:pt x="810945" y="813460"/>
                  </a:lnTo>
                  <a:lnTo>
                    <a:pt x="810945" y="820394"/>
                  </a:lnTo>
                  <a:lnTo>
                    <a:pt x="813739" y="823188"/>
                  </a:lnTo>
                  <a:lnTo>
                    <a:pt x="1300353" y="823188"/>
                  </a:lnTo>
                  <a:lnTo>
                    <a:pt x="1303147" y="820394"/>
                  </a:lnTo>
                  <a:lnTo>
                    <a:pt x="1303147" y="813460"/>
                  </a:lnTo>
                  <a:close/>
                </a:path>
                <a:path w="1695450" h="1447800">
                  <a:moveTo>
                    <a:pt x="1303147" y="2781"/>
                  </a:moveTo>
                  <a:lnTo>
                    <a:pt x="1300353" y="0"/>
                  </a:lnTo>
                  <a:lnTo>
                    <a:pt x="813739" y="0"/>
                  </a:lnTo>
                  <a:lnTo>
                    <a:pt x="810945" y="2781"/>
                  </a:lnTo>
                  <a:lnTo>
                    <a:pt x="810945" y="9715"/>
                  </a:lnTo>
                  <a:lnTo>
                    <a:pt x="813739" y="12509"/>
                  </a:lnTo>
                  <a:lnTo>
                    <a:pt x="1300353" y="12509"/>
                  </a:lnTo>
                  <a:lnTo>
                    <a:pt x="1303147" y="9715"/>
                  </a:lnTo>
                  <a:lnTo>
                    <a:pt x="1303147" y="2781"/>
                  </a:lnTo>
                  <a:close/>
                </a:path>
                <a:path w="1695450" h="1447800">
                  <a:moveTo>
                    <a:pt x="1341031" y="1372006"/>
                  </a:moveTo>
                  <a:lnTo>
                    <a:pt x="1338199" y="1369212"/>
                  </a:lnTo>
                  <a:lnTo>
                    <a:pt x="961110" y="1369212"/>
                  </a:lnTo>
                  <a:lnTo>
                    <a:pt x="958329" y="1372006"/>
                  </a:lnTo>
                  <a:lnTo>
                    <a:pt x="958329" y="1378902"/>
                  </a:lnTo>
                  <a:lnTo>
                    <a:pt x="961110" y="1381721"/>
                  </a:lnTo>
                  <a:lnTo>
                    <a:pt x="1338199" y="1381721"/>
                  </a:lnTo>
                  <a:lnTo>
                    <a:pt x="1341031" y="1378902"/>
                  </a:lnTo>
                  <a:lnTo>
                    <a:pt x="1341031" y="1372006"/>
                  </a:lnTo>
                  <a:close/>
                </a:path>
                <a:path w="1695450" h="1447800">
                  <a:moveTo>
                    <a:pt x="1341031" y="561276"/>
                  </a:moveTo>
                  <a:lnTo>
                    <a:pt x="1338199" y="558507"/>
                  </a:lnTo>
                  <a:lnTo>
                    <a:pt x="961110" y="558507"/>
                  </a:lnTo>
                  <a:lnTo>
                    <a:pt x="958329" y="561276"/>
                  </a:lnTo>
                  <a:lnTo>
                    <a:pt x="958329" y="568223"/>
                  </a:lnTo>
                  <a:lnTo>
                    <a:pt x="961110" y="571017"/>
                  </a:lnTo>
                  <a:lnTo>
                    <a:pt x="1338199" y="571017"/>
                  </a:lnTo>
                  <a:lnTo>
                    <a:pt x="1341031" y="568223"/>
                  </a:lnTo>
                  <a:lnTo>
                    <a:pt x="1341031" y="561276"/>
                  </a:lnTo>
                  <a:close/>
                </a:path>
                <a:path w="1695450" h="1447800">
                  <a:moveTo>
                    <a:pt x="1436941" y="1322933"/>
                  </a:moveTo>
                  <a:lnTo>
                    <a:pt x="1434147" y="1320152"/>
                  </a:lnTo>
                  <a:lnTo>
                    <a:pt x="1427264" y="1320152"/>
                  </a:lnTo>
                  <a:lnTo>
                    <a:pt x="1424444" y="1322933"/>
                  </a:lnTo>
                  <a:lnTo>
                    <a:pt x="1424444" y="1444815"/>
                  </a:lnTo>
                  <a:lnTo>
                    <a:pt x="1427264" y="1447660"/>
                  </a:lnTo>
                  <a:lnTo>
                    <a:pt x="1434147" y="1447660"/>
                  </a:lnTo>
                  <a:lnTo>
                    <a:pt x="1436941" y="1444815"/>
                  </a:lnTo>
                  <a:lnTo>
                    <a:pt x="1436941" y="1322933"/>
                  </a:lnTo>
                  <a:close/>
                </a:path>
                <a:path w="1695450" h="1447800">
                  <a:moveTo>
                    <a:pt x="1510030" y="1035532"/>
                  </a:moveTo>
                  <a:lnTo>
                    <a:pt x="1507261" y="1032738"/>
                  </a:lnTo>
                  <a:lnTo>
                    <a:pt x="1278432" y="1032738"/>
                  </a:lnTo>
                  <a:lnTo>
                    <a:pt x="1275638" y="1035532"/>
                  </a:lnTo>
                  <a:lnTo>
                    <a:pt x="1275638" y="1042466"/>
                  </a:lnTo>
                  <a:lnTo>
                    <a:pt x="1278432" y="1045248"/>
                  </a:lnTo>
                  <a:lnTo>
                    <a:pt x="1507261" y="1045248"/>
                  </a:lnTo>
                  <a:lnTo>
                    <a:pt x="1510030" y="1042466"/>
                  </a:lnTo>
                  <a:lnTo>
                    <a:pt x="1510030" y="1035532"/>
                  </a:lnTo>
                  <a:close/>
                </a:path>
                <a:path w="1695450" h="1447800">
                  <a:moveTo>
                    <a:pt x="1510030" y="224853"/>
                  </a:moveTo>
                  <a:lnTo>
                    <a:pt x="1507261" y="222072"/>
                  </a:lnTo>
                  <a:lnTo>
                    <a:pt x="1278432" y="222072"/>
                  </a:lnTo>
                  <a:lnTo>
                    <a:pt x="1275638" y="224853"/>
                  </a:lnTo>
                  <a:lnTo>
                    <a:pt x="1275638" y="231787"/>
                  </a:lnTo>
                  <a:lnTo>
                    <a:pt x="1278432" y="234581"/>
                  </a:lnTo>
                  <a:lnTo>
                    <a:pt x="1507261" y="234581"/>
                  </a:lnTo>
                  <a:lnTo>
                    <a:pt x="1510030" y="231787"/>
                  </a:lnTo>
                  <a:lnTo>
                    <a:pt x="1510030" y="224853"/>
                  </a:lnTo>
                  <a:close/>
                </a:path>
                <a:path w="1695450" h="1447800">
                  <a:moveTo>
                    <a:pt x="1546606" y="1257642"/>
                  </a:moveTo>
                  <a:lnTo>
                    <a:pt x="1543786" y="1254810"/>
                  </a:lnTo>
                  <a:lnTo>
                    <a:pt x="1245463" y="1254810"/>
                  </a:lnTo>
                  <a:lnTo>
                    <a:pt x="1242682" y="1257642"/>
                  </a:lnTo>
                  <a:lnTo>
                    <a:pt x="1242682" y="1264539"/>
                  </a:lnTo>
                  <a:lnTo>
                    <a:pt x="1245463" y="1267320"/>
                  </a:lnTo>
                  <a:lnTo>
                    <a:pt x="1543786" y="1267320"/>
                  </a:lnTo>
                  <a:lnTo>
                    <a:pt x="1546606" y="1264539"/>
                  </a:lnTo>
                  <a:lnTo>
                    <a:pt x="1546606" y="1257642"/>
                  </a:lnTo>
                  <a:close/>
                </a:path>
                <a:path w="1695450" h="1447800">
                  <a:moveTo>
                    <a:pt x="1546606" y="446925"/>
                  </a:moveTo>
                  <a:lnTo>
                    <a:pt x="1543786" y="444144"/>
                  </a:lnTo>
                  <a:lnTo>
                    <a:pt x="1245463" y="444144"/>
                  </a:lnTo>
                  <a:lnTo>
                    <a:pt x="1242682" y="446925"/>
                  </a:lnTo>
                  <a:lnTo>
                    <a:pt x="1242682" y="453859"/>
                  </a:lnTo>
                  <a:lnTo>
                    <a:pt x="1245463" y="456653"/>
                  </a:lnTo>
                  <a:lnTo>
                    <a:pt x="1543786" y="456653"/>
                  </a:lnTo>
                  <a:lnTo>
                    <a:pt x="1546606" y="453859"/>
                  </a:lnTo>
                  <a:lnTo>
                    <a:pt x="1546606" y="446925"/>
                  </a:lnTo>
                  <a:close/>
                </a:path>
                <a:path w="1695450" h="1447800">
                  <a:moveTo>
                    <a:pt x="1689544" y="813460"/>
                  </a:moveTo>
                  <a:lnTo>
                    <a:pt x="1686712" y="810679"/>
                  </a:lnTo>
                  <a:lnTo>
                    <a:pt x="1427264" y="810679"/>
                  </a:lnTo>
                  <a:lnTo>
                    <a:pt x="1424444" y="813460"/>
                  </a:lnTo>
                  <a:lnTo>
                    <a:pt x="1424444" y="820394"/>
                  </a:lnTo>
                  <a:lnTo>
                    <a:pt x="1427264" y="823188"/>
                  </a:lnTo>
                  <a:lnTo>
                    <a:pt x="1686712" y="823188"/>
                  </a:lnTo>
                  <a:lnTo>
                    <a:pt x="1689544" y="820394"/>
                  </a:lnTo>
                  <a:lnTo>
                    <a:pt x="1689544" y="813460"/>
                  </a:lnTo>
                  <a:close/>
                </a:path>
                <a:path w="1695450" h="1447800">
                  <a:moveTo>
                    <a:pt x="1689544" y="2781"/>
                  </a:moveTo>
                  <a:lnTo>
                    <a:pt x="1686712" y="0"/>
                  </a:lnTo>
                  <a:lnTo>
                    <a:pt x="1427264" y="0"/>
                  </a:lnTo>
                  <a:lnTo>
                    <a:pt x="1424444" y="2781"/>
                  </a:lnTo>
                  <a:lnTo>
                    <a:pt x="1424444" y="9715"/>
                  </a:lnTo>
                  <a:lnTo>
                    <a:pt x="1427264" y="12509"/>
                  </a:lnTo>
                  <a:lnTo>
                    <a:pt x="1686712" y="12509"/>
                  </a:lnTo>
                  <a:lnTo>
                    <a:pt x="1689544" y="9715"/>
                  </a:lnTo>
                  <a:lnTo>
                    <a:pt x="1689544" y="2781"/>
                  </a:lnTo>
                  <a:close/>
                </a:path>
                <a:path w="1695450" h="1447800">
                  <a:moveTo>
                    <a:pt x="1695399" y="1149934"/>
                  </a:moveTo>
                  <a:lnTo>
                    <a:pt x="1692617" y="1147140"/>
                  </a:lnTo>
                  <a:lnTo>
                    <a:pt x="1021283" y="1147140"/>
                  </a:lnTo>
                  <a:lnTo>
                    <a:pt x="1018489" y="1149934"/>
                  </a:lnTo>
                  <a:lnTo>
                    <a:pt x="1018489" y="1156830"/>
                  </a:lnTo>
                  <a:lnTo>
                    <a:pt x="1021283" y="1159649"/>
                  </a:lnTo>
                  <a:lnTo>
                    <a:pt x="1692617" y="1159649"/>
                  </a:lnTo>
                  <a:lnTo>
                    <a:pt x="1695399" y="1156830"/>
                  </a:lnTo>
                  <a:lnTo>
                    <a:pt x="1695399" y="1149934"/>
                  </a:lnTo>
                  <a:close/>
                </a:path>
                <a:path w="1695450" h="1447800">
                  <a:moveTo>
                    <a:pt x="1695399" y="927862"/>
                  </a:moveTo>
                  <a:lnTo>
                    <a:pt x="1692617" y="925068"/>
                  </a:lnTo>
                  <a:lnTo>
                    <a:pt x="1315008" y="925068"/>
                  </a:lnTo>
                  <a:lnTo>
                    <a:pt x="1312164" y="927862"/>
                  </a:lnTo>
                  <a:lnTo>
                    <a:pt x="1312164" y="934758"/>
                  </a:lnTo>
                  <a:lnTo>
                    <a:pt x="1315008" y="937590"/>
                  </a:lnTo>
                  <a:lnTo>
                    <a:pt x="1692617" y="937590"/>
                  </a:lnTo>
                  <a:lnTo>
                    <a:pt x="1695399" y="934758"/>
                  </a:lnTo>
                  <a:lnTo>
                    <a:pt x="1695399" y="927862"/>
                  </a:lnTo>
                  <a:close/>
                </a:path>
                <a:path w="1695450" h="1447800">
                  <a:moveTo>
                    <a:pt x="1695399" y="339204"/>
                  </a:moveTo>
                  <a:lnTo>
                    <a:pt x="1692617" y="336435"/>
                  </a:lnTo>
                  <a:lnTo>
                    <a:pt x="1021283" y="336435"/>
                  </a:lnTo>
                  <a:lnTo>
                    <a:pt x="1018489" y="339204"/>
                  </a:lnTo>
                  <a:lnTo>
                    <a:pt x="1018489" y="346151"/>
                  </a:lnTo>
                  <a:lnTo>
                    <a:pt x="1021283" y="348945"/>
                  </a:lnTo>
                  <a:lnTo>
                    <a:pt x="1692617" y="348945"/>
                  </a:lnTo>
                  <a:lnTo>
                    <a:pt x="1695399" y="346151"/>
                  </a:lnTo>
                  <a:lnTo>
                    <a:pt x="1695399" y="339204"/>
                  </a:lnTo>
                  <a:close/>
                </a:path>
                <a:path w="1695450" h="1447800">
                  <a:moveTo>
                    <a:pt x="1695399" y="117144"/>
                  </a:moveTo>
                  <a:lnTo>
                    <a:pt x="1692617" y="114363"/>
                  </a:lnTo>
                  <a:lnTo>
                    <a:pt x="1315008" y="114363"/>
                  </a:lnTo>
                  <a:lnTo>
                    <a:pt x="1312164" y="117144"/>
                  </a:lnTo>
                  <a:lnTo>
                    <a:pt x="1312164" y="124079"/>
                  </a:lnTo>
                  <a:lnTo>
                    <a:pt x="1315008" y="126873"/>
                  </a:lnTo>
                  <a:lnTo>
                    <a:pt x="1692617" y="126873"/>
                  </a:lnTo>
                  <a:lnTo>
                    <a:pt x="1695399" y="124079"/>
                  </a:lnTo>
                  <a:lnTo>
                    <a:pt x="1695399" y="117144"/>
                  </a:lnTo>
                  <a:close/>
                </a:path>
              </a:pathLst>
            </a:custGeom>
            <a:solidFill>
              <a:srgbClr val="2815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429690" y="4073218"/>
              <a:ext cx="66555" cy="6661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531511" y="4073218"/>
              <a:ext cx="66605" cy="6661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633319" y="4073218"/>
              <a:ext cx="66605" cy="6661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382711" y="3171157"/>
              <a:ext cx="1932305" cy="551815"/>
            </a:xfrm>
            <a:custGeom>
              <a:avLst/>
              <a:gdLst/>
              <a:ahLst/>
              <a:cxnLst/>
              <a:rect l="l" t="t" r="r" b="b"/>
              <a:pathLst>
                <a:path w="1932305" h="551814">
                  <a:moveTo>
                    <a:pt x="1932197" y="551705"/>
                  </a:moveTo>
                  <a:lnTo>
                    <a:pt x="0" y="551705"/>
                  </a:lnTo>
                  <a:lnTo>
                    <a:pt x="0" y="0"/>
                  </a:lnTo>
                  <a:lnTo>
                    <a:pt x="1932197" y="0"/>
                  </a:lnTo>
                  <a:lnTo>
                    <a:pt x="1932197" y="551705"/>
                  </a:lnTo>
                  <a:close/>
                </a:path>
              </a:pathLst>
            </a:custGeom>
            <a:solidFill>
              <a:srgbClr val="F574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525011" y="3343867"/>
              <a:ext cx="216667" cy="20628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855463" y="3343867"/>
              <a:ext cx="216667" cy="20628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185903" y="3343867"/>
              <a:ext cx="216667" cy="20628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516355" y="3343867"/>
              <a:ext cx="216717" cy="2062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846807" y="3343867"/>
              <a:ext cx="216705" cy="2062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9671" y="289485"/>
            <a:ext cx="14648815" cy="187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6380" marR="5080" indent="-5314315">
              <a:lnSpc>
                <a:spcPct val="116599"/>
              </a:lnSpc>
              <a:spcBef>
                <a:spcPts val="100"/>
              </a:spcBef>
            </a:pPr>
            <a:r>
              <a:rPr spc="-5" dirty="0"/>
              <a:t>GMB Provides </a:t>
            </a:r>
            <a:r>
              <a:rPr spc="-85" dirty="0"/>
              <a:t>Insights </a:t>
            </a:r>
            <a:r>
              <a:rPr spc="-5" dirty="0"/>
              <a:t>That Give You Helpful 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680121" y="3115622"/>
            <a:ext cx="180975" cy="180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0121" y="3820472"/>
            <a:ext cx="180975" cy="180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80121" y="4525322"/>
            <a:ext cx="180975" cy="180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0121" y="5230172"/>
            <a:ext cx="180975" cy="180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80121" y="5935022"/>
            <a:ext cx="180975" cy="1809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92772" y="2775891"/>
            <a:ext cx="5240655" cy="354965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4000" spc="-25" dirty="0">
                <a:latin typeface="Noto Sans"/>
                <a:cs typeface="Noto Sans"/>
              </a:rPr>
              <a:t>Views</a:t>
            </a:r>
            <a:endParaRPr sz="4000">
              <a:latin typeface="Noto Sans"/>
              <a:cs typeface="Noto Sans"/>
            </a:endParaRPr>
          </a:p>
          <a:p>
            <a:pPr marL="12700" marR="1624965">
              <a:lnSpc>
                <a:spcPct val="115599"/>
              </a:lnSpc>
            </a:pPr>
            <a:r>
              <a:rPr sz="4000" spc="-20" dirty="0">
                <a:latin typeface="Noto Sans"/>
                <a:cs typeface="Noto Sans"/>
              </a:rPr>
              <a:t>Search Queries  </a:t>
            </a:r>
            <a:r>
              <a:rPr sz="4000" spc="-75" dirty="0">
                <a:latin typeface="Noto Sans"/>
                <a:cs typeface="Noto Sans"/>
              </a:rPr>
              <a:t>Engagement  </a:t>
            </a:r>
            <a:r>
              <a:rPr sz="4000" spc="-20" dirty="0">
                <a:latin typeface="Noto Sans"/>
                <a:cs typeface="Noto Sans"/>
              </a:rPr>
              <a:t>Audience</a:t>
            </a:r>
            <a:endParaRPr sz="4000">
              <a:latin typeface="Noto Sans"/>
              <a:cs typeface="Noto San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4000" spc="-20" dirty="0">
                <a:latin typeface="Noto Sans"/>
                <a:cs typeface="Noto Sans"/>
              </a:rPr>
              <a:t>Clicks </a:t>
            </a:r>
            <a:r>
              <a:rPr sz="4000" spc="-15" dirty="0">
                <a:latin typeface="Noto Sans"/>
                <a:cs typeface="Noto Sans"/>
              </a:rPr>
              <a:t>on </a:t>
            </a:r>
            <a:r>
              <a:rPr sz="4000" spc="-20" dirty="0">
                <a:latin typeface="Noto Sans"/>
                <a:cs typeface="Noto Sans"/>
              </a:rPr>
              <a:t>Website</a:t>
            </a:r>
            <a:r>
              <a:rPr sz="4000" spc="-45" dirty="0">
                <a:latin typeface="Noto Sans"/>
                <a:cs typeface="Noto Sans"/>
              </a:rPr>
              <a:t> </a:t>
            </a:r>
            <a:r>
              <a:rPr sz="4000" spc="-30" dirty="0">
                <a:latin typeface="Noto Sans"/>
                <a:cs typeface="Noto Sans"/>
              </a:rPr>
              <a:t>Link</a:t>
            </a:r>
            <a:endParaRPr sz="4000">
              <a:latin typeface="Noto Sans"/>
              <a:cs typeface="Noto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134910" y="2363438"/>
            <a:ext cx="7065645" cy="5555615"/>
          </a:xfrm>
          <a:custGeom>
            <a:avLst/>
            <a:gdLst/>
            <a:ahLst/>
            <a:cxnLst/>
            <a:rect l="l" t="t" r="r" b="b"/>
            <a:pathLst>
              <a:path w="7065644" h="5555615">
                <a:moveTo>
                  <a:pt x="3083528" y="3957469"/>
                </a:moveTo>
                <a:lnTo>
                  <a:pt x="3063830" y="3957469"/>
                </a:lnTo>
                <a:lnTo>
                  <a:pt x="2898054" y="3497327"/>
                </a:lnTo>
                <a:lnTo>
                  <a:pt x="3757566" y="104930"/>
                </a:lnTo>
                <a:lnTo>
                  <a:pt x="3773019" y="68462"/>
                </a:lnTo>
                <a:lnTo>
                  <a:pt x="3828644" y="18313"/>
                </a:lnTo>
                <a:lnTo>
                  <a:pt x="3901800" y="0"/>
                </a:lnTo>
                <a:lnTo>
                  <a:pt x="3939166" y="3325"/>
                </a:lnTo>
                <a:lnTo>
                  <a:pt x="4003905" y="36032"/>
                </a:lnTo>
                <a:lnTo>
                  <a:pt x="4039890" y="104930"/>
                </a:lnTo>
                <a:lnTo>
                  <a:pt x="4053591" y="182746"/>
                </a:lnTo>
                <a:lnTo>
                  <a:pt x="3757566" y="182746"/>
                </a:lnTo>
                <a:lnTo>
                  <a:pt x="3873321" y="840188"/>
                </a:lnTo>
                <a:lnTo>
                  <a:pt x="3083528" y="3957469"/>
                </a:lnTo>
                <a:close/>
              </a:path>
              <a:path w="7065644" h="5555615">
                <a:moveTo>
                  <a:pt x="3873321" y="840188"/>
                </a:moveTo>
                <a:lnTo>
                  <a:pt x="3757566" y="182746"/>
                </a:lnTo>
                <a:lnTo>
                  <a:pt x="4039890" y="182746"/>
                </a:lnTo>
                <a:lnTo>
                  <a:pt x="3873321" y="840188"/>
                </a:lnTo>
                <a:close/>
              </a:path>
              <a:path w="7065644" h="5555615">
                <a:moveTo>
                  <a:pt x="4826011" y="5555470"/>
                </a:moveTo>
                <a:lnTo>
                  <a:pt x="4787758" y="5550703"/>
                </a:lnTo>
                <a:lnTo>
                  <a:pt x="4751959" y="5537449"/>
                </a:lnTo>
                <a:lnTo>
                  <a:pt x="4697954" y="5486540"/>
                </a:lnTo>
                <a:lnTo>
                  <a:pt x="4684863" y="5449417"/>
                </a:lnTo>
                <a:lnTo>
                  <a:pt x="3873321" y="840188"/>
                </a:lnTo>
                <a:lnTo>
                  <a:pt x="4039890" y="182746"/>
                </a:lnTo>
                <a:lnTo>
                  <a:pt x="4053591" y="182746"/>
                </a:lnTo>
                <a:lnTo>
                  <a:pt x="4891341" y="4940814"/>
                </a:lnTo>
                <a:lnTo>
                  <a:pt x="4699634" y="5336697"/>
                </a:lnTo>
                <a:lnTo>
                  <a:pt x="4967205" y="5371690"/>
                </a:lnTo>
                <a:lnTo>
                  <a:pt x="5006977" y="5371690"/>
                </a:lnTo>
                <a:lnTo>
                  <a:pt x="4952417" y="5484356"/>
                </a:lnTo>
                <a:lnTo>
                  <a:pt x="4929921" y="5516192"/>
                </a:lnTo>
                <a:lnTo>
                  <a:pt x="4899650" y="5538480"/>
                </a:lnTo>
                <a:lnTo>
                  <a:pt x="4864161" y="5551484"/>
                </a:lnTo>
                <a:lnTo>
                  <a:pt x="4826011" y="5555470"/>
                </a:lnTo>
                <a:close/>
              </a:path>
              <a:path w="7065644" h="5555615">
                <a:moveTo>
                  <a:pt x="1170935" y="3859933"/>
                </a:moveTo>
                <a:lnTo>
                  <a:pt x="1903006" y="1519133"/>
                </a:lnTo>
                <a:lnTo>
                  <a:pt x="1920520" y="1480572"/>
                </a:lnTo>
                <a:lnTo>
                  <a:pt x="1944967" y="1451014"/>
                </a:lnTo>
                <a:lnTo>
                  <a:pt x="2007830" y="1418258"/>
                </a:lnTo>
                <a:lnTo>
                  <a:pt x="2042836" y="1414734"/>
                </a:lnTo>
                <a:lnTo>
                  <a:pt x="2077950" y="1419562"/>
                </a:lnTo>
                <a:lnTo>
                  <a:pt x="2141678" y="1453622"/>
                </a:lnTo>
                <a:lnTo>
                  <a:pt x="2166880" y="1482527"/>
                </a:lnTo>
                <a:lnTo>
                  <a:pt x="2185366" y="1519133"/>
                </a:lnTo>
                <a:lnTo>
                  <a:pt x="2213407" y="1596967"/>
                </a:lnTo>
                <a:lnTo>
                  <a:pt x="1902989" y="1596967"/>
                </a:lnTo>
                <a:lnTo>
                  <a:pt x="2054139" y="2016489"/>
                </a:lnTo>
                <a:lnTo>
                  <a:pt x="1511178" y="3752529"/>
                </a:lnTo>
                <a:lnTo>
                  <a:pt x="1312115" y="3752529"/>
                </a:lnTo>
                <a:lnTo>
                  <a:pt x="1170935" y="3859933"/>
                </a:lnTo>
                <a:close/>
              </a:path>
              <a:path w="7065644" h="5555615">
                <a:moveTo>
                  <a:pt x="2054139" y="2016489"/>
                </a:moveTo>
                <a:lnTo>
                  <a:pt x="1902989" y="1596967"/>
                </a:lnTo>
                <a:lnTo>
                  <a:pt x="2185348" y="1596967"/>
                </a:lnTo>
                <a:lnTo>
                  <a:pt x="2054139" y="2016489"/>
                </a:lnTo>
                <a:close/>
              </a:path>
              <a:path w="7065644" h="5555615">
                <a:moveTo>
                  <a:pt x="2925949" y="4139712"/>
                </a:moveTo>
                <a:lnTo>
                  <a:pt x="2855866" y="4120501"/>
                </a:lnTo>
                <a:lnTo>
                  <a:pt x="2799680" y="4070698"/>
                </a:lnTo>
                <a:lnTo>
                  <a:pt x="2781471" y="4035214"/>
                </a:lnTo>
                <a:lnTo>
                  <a:pt x="2054139" y="2016489"/>
                </a:lnTo>
                <a:lnTo>
                  <a:pt x="2185348" y="1596967"/>
                </a:lnTo>
                <a:lnTo>
                  <a:pt x="2213407" y="1596967"/>
                </a:lnTo>
                <a:lnTo>
                  <a:pt x="2898054" y="3497327"/>
                </a:lnTo>
                <a:lnTo>
                  <a:pt x="2781471" y="3957469"/>
                </a:lnTo>
                <a:lnTo>
                  <a:pt x="3083528" y="3957469"/>
                </a:lnTo>
                <a:lnTo>
                  <a:pt x="3063830" y="4035214"/>
                </a:lnTo>
                <a:lnTo>
                  <a:pt x="3047996" y="4074969"/>
                </a:lnTo>
                <a:lnTo>
                  <a:pt x="3024422" y="4104940"/>
                </a:lnTo>
                <a:lnTo>
                  <a:pt x="2961529" y="4136956"/>
                </a:lnTo>
                <a:lnTo>
                  <a:pt x="2925949" y="4139712"/>
                </a:lnTo>
                <a:close/>
              </a:path>
              <a:path w="7065644" h="5555615">
                <a:moveTo>
                  <a:pt x="3063830" y="3957469"/>
                </a:moveTo>
                <a:lnTo>
                  <a:pt x="2781471" y="3957469"/>
                </a:lnTo>
                <a:lnTo>
                  <a:pt x="2898054" y="3497327"/>
                </a:lnTo>
                <a:lnTo>
                  <a:pt x="3063830" y="3957469"/>
                </a:lnTo>
                <a:close/>
              </a:path>
              <a:path w="7065644" h="5555615">
                <a:moveTo>
                  <a:pt x="5006977" y="5371690"/>
                </a:moveTo>
                <a:lnTo>
                  <a:pt x="4967205" y="5371690"/>
                </a:lnTo>
                <a:lnTo>
                  <a:pt x="4891341" y="4940814"/>
                </a:lnTo>
                <a:lnTo>
                  <a:pt x="5431687" y="3824976"/>
                </a:lnTo>
                <a:lnTo>
                  <a:pt x="5484942" y="3771735"/>
                </a:lnTo>
                <a:lnTo>
                  <a:pt x="5520983" y="3757456"/>
                </a:lnTo>
                <a:lnTo>
                  <a:pt x="5558079" y="3752511"/>
                </a:lnTo>
                <a:lnTo>
                  <a:pt x="6924609" y="3752511"/>
                </a:lnTo>
                <a:lnTo>
                  <a:pt x="6964871" y="3757456"/>
                </a:lnTo>
                <a:lnTo>
                  <a:pt x="7025169" y="3792080"/>
                </a:lnTo>
                <a:lnTo>
                  <a:pt x="7058675" y="3849076"/>
                </a:lnTo>
                <a:lnTo>
                  <a:pt x="7065376" y="3881959"/>
                </a:lnTo>
                <a:lnTo>
                  <a:pt x="7065375" y="3915660"/>
                </a:lnTo>
                <a:lnTo>
                  <a:pt x="7058670" y="3948553"/>
                </a:lnTo>
                <a:lnTo>
                  <a:pt x="7045267" y="3979045"/>
                </a:lnTo>
                <a:lnTo>
                  <a:pt x="5652827" y="3979170"/>
                </a:lnTo>
                <a:lnTo>
                  <a:pt x="5636287" y="3980061"/>
                </a:lnTo>
                <a:lnTo>
                  <a:pt x="5617501" y="3986618"/>
                </a:lnTo>
                <a:lnTo>
                  <a:pt x="5599615" y="3997059"/>
                </a:lnTo>
                <a:lnTo>
                  <a:pt x="5585773" y="4009599"/>
                </a:lnTo>
                <a:lnTo>
                  <a:pt x="5579121" y="4022456"/>
                </a:lnTo>
                <a:lnTo>
                  <a:pt x="5582804" y="4033847"/>
                </a:lnTo>
                <a:lnTo>
                  <a:pt x="5599968" y="4041990"/>
                </a:lnTo>
                <a:lnTo>
                  <a:pt x="5633758" y="4045100"/>
                </a:lnTo>
                <a:lnTo>
                  <a:pt x="5649393" y="4045100"/>
                </a:lnTo>
                <a:lnTo>
                  <a:pt x="5006977" y="5371690"/>
                </a:lnTo>
                <a:close/>
              </a:path>
              <a:path w="7065644" h="5555615">
                <a:moveTo>
                  <a:pt x="1312115" y="4045100"/>
                </a:moveTo>
                <a:lnTo>
                  <a:pt x="140793" y="4045100"/>
                </a:lnTo>
                <a:lnTo>
                  <a:pt x="100566" y="4040173"/>
                </a:lnTo>
                <a:lnTo>
                  <a:pt x="40225" y="4005547"/>
                </a:lnTo>
                <a:lnTo>
                  <a:pt x="6703" y="3948547"/>
                </a:lnTo>
                <a:lnTo>
                  <a:pt x="0" y="3915660"/>
                </a:lnTo>
                <a:lnTo>
                  <a:pt x="2" y="3881959"/>
                </a:lnTo>
                <a:lnTo>
                  <a:pt x="20123" y="3818567"/>
                </a:lnTo>
                <a:lnTo>
                  <a:pt x="67085" y="3771156"/>
                </a:lnTo>
                <a:lnTo>
                  <a:pt x="140793" y="3752529"/>
                </a:lnTo>
                <a:lnTo>
                  <a:pt x="1204525" y="3752529"/>
                </a:lnTo>
                <a:lnTo>
                  <a:pt x="1170935" y="3859933"/>
                </a:lnTo>
                <a:lnTo>
                  <a:pt x="1477587" y="3859933"/>
                </a:lnTo>
                <a:lnTo>
                  <a:pt x="1453277" y="3937660"/>
                </a:lnTo>
                <a:lnTo>
                  <a:pt x="1432397" y="3980803"/>
                </a:lnTo>
                <a:lnTo>
                  <a:pt x="1400450" y="4014807"/>
                </a:lnTo>
                <a:lnTo>
                  <a:pt x="1359625" y="4037098"/>
                </a:lnTo>
                <a:lnTo>
                  <a:pt x="1312115" y="4045100"/>
                </a:lnTo>
                <a:close/>
              </a:path>
              <a:path w="7065644" h="5555615">
                <a:moveTo>
                  <a:pt x="1477587" y="3859933"/>
                </a:moveTo>
                <a:lnTo>
                  <a:pt x="1170935" y="3859933"/>
                </a:lnTo>
                <a:lnTo>
                  <a:pt x="1312115" y="3752529"/>
                </a:lnTo>
                <a:lnTo>
                  <a:pt x="1511178" y="3752529"/>
                </a:lnTo>
                <a:lnTo>
                  <a:pt x="1477587" y="3859933"/>
                </a:lnTo>
                <a:close/>
              </a:path>
              <a:path w="7065644" h="5555615">
                <a:moveTo>
                  <a:pt x="5649393" y="4045100"/>
                </a:moveTo>
                <a:lnTo>
                  <a:pt x="5633758" y="4045100"/>
                </a:lnTo>
                <a:lnTo>
                  <a:pt x="5599968" y="4041990"/>
                </a:lnTo>
                <a:lnTo>
                  <a:pt x="5582804" y="4033847"/>
                </a:lnTo>
                <a:lnTo>
                  <a:pt x="5579121" y="4022456"/>
                </a:lnTo>
                <a:lnTo>
                  <a:pt x="5585773" y="4009599"/>
                </a:lnTo>
                <a:lnTo>
                  <a:pt x="5599615" y="3997059"/>
                </a:lnTo>
                <a:lnTo>
                  <a:pt x="5617501" y="3986618"/>
                </a:lnTo>
                <a:lnTo>
                  <a:pt x="5636287" y="3980061"/>
                </a:lnTo>
                <a:lnTo>
                  <a:pt x="5652827" y="3979170"/>
                </a:lnTo>
                <a:lnTo>
                  <a:pt x="5663975" y="3985727"/>
                </a:lnTo>
                <a:lnTo>
                  <a:pt x="5666588" y="4001517"/>
                </a:lnTo>
                <a:lnTo>
                  <a:pt x="5657518" y="4028322"/>
                </a:lnTo>
                <a:lnTo>
                  <a:pt x="5649393" y="4045100"/>
                </a:lnTo>
                <a:close/>
              </a:path>
              <a:path w="7065644" h="5555615">
                <a:moveTo>
                  <a:pt x="6924609" y="4045100"/>
                </a:moveTo>
                <a:lnTo>
                  <a:pt x="5649393" y="4045100"/>
                </a:lnTo>
                <a:lnTo>
                  <a:pt x="5657518" y="4028322"/>
                </a:lnTo>
                <a:lnTo>
                  <a:pt x="5666588" y="4001517"/>
                </a:lnTo>
                <a:lnTo>
                  <a:pt x="5663975" y="3985727"/>
                </a:lnTo>
                <a:lnTo>
                  <a:pt x="5652827" y="3979170"/>
                </a:lnTo>
                <a:lnTo>
                  <a:pt x="7045172" y="3979170"/>
                </a:lnTo>
                <a:lnTo>
                  <a:pt x="7025154" y="4005549"/>
                </a:lnTo>
                <a:lnTo>
                  <a:pt x="6998341" y="4026457"/>
                </a:lnTo>
                <a:lnTo>
                  <a:pt x="6964826" y="4040173"/>
                </a:lnTo>
                <a:lnTo>
                  <a:pt x="6924609" y="4045100"/>
                </a:lnTo>
                <a:close/>
              </a:path>
              <a:path w="7065644" h="5555615">
                <a:moveTo>
                  <a:pt x="4967205" y="5371690"/>
                </a:moveTo>
                <a:lnTo>
                  <a:pt x="4699634" y="5336697"/>
                </a:lnTo>
                <a:lnTo>
                  <a:pt x="4891341" y="4940814"/>
                </a:lnTo>
                <a:lnTo>
                  <a:pt x="4967205" y="5371690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It’s </a:t>
            </a:r>
            <a:r>
              <a:rPr spc="-5" dirty="0"/>
              <a:t>Free and Easy to</a:t>
            </a:r>
            <a:r>
              <a:rPr spc="5" dirty="0"/>
              <a:t> </a:t>
            </a:r>
            <a:r>
              <a:rPr spc="-5" dirty="0"/>
              <a:t>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66850" y="3144667"/>
            <a:ext cx="180975" cy="180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66850" y="4554366"/>
            <a:ext cx="180975" cy="180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66850" y="5259216"/>
            <a:ext cx="180975" cy="180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79501" y="2804935"/>
            <a:ext cx="7965440" cy="3549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9185">
              <a:lnSpc>
                <a:spcPct val="115599"/>
              </a:lnSpc>
              <a:spcBef>
                <a:spcPts val="100"/>
              </a:spcBef>
            </a:pPr>
            <a:r>
              <a:rPr sz="4000" spc="-20" dirty="0">
                <a:latin typeface="Noto Sans"/>
                <a:cs typeface="Noto Sans"/>
              </a:rPr>
              <a:t>Create a bussiness profile </a:t>
            </a:r>
            <a:r>
              <a:rPr sz="4000" spc="-15" dirty="0">
                <a:latin typeface="Noto Sans"/>
                <a:cs typeface="Noto Sans"/>
              </a:rPr>
              <a:t>on  </a:t>
            </a:r>
            <a:r>
              <a:rPr sz="4000" spc="-10" dirty="0">
                <a:latin typeface="Noto Sans"/>
                <a:cs typeface="Noto Sans"/>
              </a:rPr>
              <a:t>GOOGLE </a:t>
            </a:r>
            <a:r>
              <a:rPr sz="4000" spc="-25" dirty="0">
                <a:latin typeface="Noto Sans"/>
                <a:cs typeface="Noto Sans"/>
              </a:rPr>
              <a:t>MY</a:t>
            </a:r>
            <a:r>
              <a:rPr sz="4000" spc="-15" dirty="0">
                <a:latin typeface="Noto Sans"/>
                <a:cs typeface="Noto Sans"/>
              </a:rPr>
              <a:t> </a:t>
            </a:r>
            <a:r>
              <a:rPr sz="4000" spc="-40" dirty="0">
                <a:latin typeface="Noto Sans"/>
                <a:cs typeface="Noto Sans"/>
              </a:rPr>
              <a:t>BUSINESS</a:t>
            </a:r>
            <a:endParaRPr sz="4000">
              <a:latin typeface="Noto Sans"/>
              <a:cs typeface="Noto Sans"/>
            </a:endParaRPr>
          </a:p>
          <a:p>
            <a:pPr marL="12700" marR="5080">
              <a:lnSpc>
                <a:spcPct val="115599"/>
              </a:lnSpc>
            </a:pPr>
            <a:r>
              <a:rPr sz="4000" spc="-20" dirty="0">
                <a:latin typeface="Noto Sans"/>
                <a:cs typeface="Noto Sans"/>
              </a:rPr>
              <a:t>Keep </a:t>
            </a:r>
            <a:r>
              <a:rPr sz="4000" spc="-25" dirty="0">
                <a:latin typeface="Noto Sans"/>
                <a:cs typeface="Noto Sans"/>
              </a:rPr>
              <a:t>the </a:t>
            </a:r>
            <a:r>
              <a:rPr sz="4000" spc="-20" dirty="0">
                <a:latin typeface="Noto Sans"/>
                <a:cs typeface="Noto Sans"/>
              </a:rPr>
              <a:t>address as your </a:t>
            </a:r>
            <a:r>
              <a:rPr sz="4000" spc="-25" dirty="0">
                <a:latin typeface="Noto Sans"/>
                <a:cs typeface="Noto Sans"/>
              </a:rPr>
              <a:t>own  </a:t>
            </a:r>
            <a:r>
              <a:rPr sz="4000" spc="-20" dirty="0">
                <a:latin typeface="Noto Sans"/>
                <a:cs typeface="Noto Sans"/>
              </a:rPr>
              <a:t>Share </a:t>
            </a:r>
            <a:r>
              <a:rPr sz="4000" spc="-25" dirty="0">
                <a:latin typeface="Noto Sans"/>
                <a:cs typeface="Noto Sans"/>
              </a:rPr>
              <a:t>the </a:t>
            </a:r>
            <a:r>
              <a:rPr sz="4000" spc="-20" dirty="0">
                <a:latin typeface="Noto Sans"/>
                <a:cs typeface="Noto Sans"/>
              </a:rPr>
              <a:t>profile </a:t>
            </a:r>
            <a:r>
              <a:rPr sz="4000" spc="-25" dirty="0">
                <a:latin typeface="Noto Sans"/>
                <a:cs typeface="Noto Sans"/>
              </a:rPr>
              <a:t>link </a:t>
            </a:r>
            <a:r>
              <a:rPr sz="4000" spc="-20" dirty="0">
                <a:latin typeface="Noto Sans"/>
                <a:cs typeface="Noto Sans"/>
              </a:rPr>
              <a:t>in </a:t>
            </a:r>
            <a:r>
              <a:rPr sz="4000" spc="-25" dirty="0">
                <a:latin typeface="Noto Sans"/>
                <a:cs typeface="Noto Sans"/>
              </a:rPr>
              <a:t>the </a:t>
            </a:r>
            <a:r>
              <a:rPr sz="4000" spc="-70" dirty="0">
                <a:latin typeface="Noto Sans"/>
                <a:cs typeface="Noto Sans"/>
              </a:rPr>
              <a:t>group  </a:t>
            </a:r>
            <a:r>
              <a:rPr sz="4000" spc="-25" dirty="0">
                <a:latin typeface="Noto Sans"/>
                <a:cs typeface="Noto Sans"/>
              </a:rPr>
              <a:t>after </a:t>
            </a:r>
            <a:r>
              <a:rPr sz="4000" spc="-50" dirty="0">
                <a:latin typeface="Noto Sans"/>
                <a:cs typeface="Noto Sans"/>
              </a:rPr>
              <a:t>finishing </a:t>
            </a:r>
            <a:r>
              <a:rPr sz="4000" spc="-25" dirty="0">
                <a:latin typeface="Noto Sans"/>
                <a:cs typeface="Noto Sans"/>
              </a:rPr>
              <a:t>the</a:t>
            </a:r>
            <a:r>
              <a:rPr sz="4000" spc="50" dirty="0">
                <a:latin typeface="Noto Sans"/>
                <a:cs typeface="Noto Sans"/>
              </a:rPr>
              <a:t> </a:t>
            </a:r>
            <a:r>
              <a:rPr sz="4000" spc="-25" dirty="0">
                <a:latin typeface="Noto Sans"/>
                <a:cs typeface="Noto Sans"/>
              </a:rPr>
              <a:t>work.</a:t>
            </a:r>
            <a:endParaRPr sz="4000">
              <a:latin typeface="Noto Sans"/>
              <a:cs typeface="Noto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23311" y="2083005"/>
            <a:ext cx="6721664" cy="61070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549275"/>
            <a:ext cx="45027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5" dirty="0"/>
              <a:t>Assignment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192</Words>
  <Application>Microsoft Office PowerPoint</Application>
  <PresentationFormat>Custom</PresentationFormat>
  <Paragraphs>21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What it is!!</vt:lpstr>
      <vt:lpstr>Benefits</vt:lpstr>
      <vt:lpstr>GMB Allows You to Appear in  Maps and Local Pack Listings</vt:lpstr>
      <vt:lpstr>GMB Allows People to Leave Reviews of Your  Business</vt:lpstr>
      <vt:lpstr>GMB Provides Insights That Give You Helpful  Information</vt:lpstr>
      <vt:lpstr>It’s Free and Easy to Use</vt:lpstr>
      <vt:lpstr>Assignment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Illustrated Accountant and Bookkeeper Marketing Presentation</dc:title>
  <dc:creator>Debankita Bhattacharya</dc:creator>
  <cp:keywords>DAEFZDYOS0o,BADaBOZ2ZMg</cp:keywords>
  <cp:lastModifiedBy>USER</cp:lastModifiedBy>
  <cp:revision>1</cp:revision>
  <dcterms:created xsi:type="dcterms:W3CDTF">2020-08-26T04:10:29Z</dcterms:created>
  <dcterms:modified xsi:type="dcterms:W3CDTF">2020-10-06T05:07:33Z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2020-08-26T00:00:00Z</vt:filetime>
  </property>
  <property fmtid="{D5CDD505-2E9C-101B-9397-08002B2CF9AE}" pid="3" name="Creator">
    <vt:lpwstr>Canva</vt:lpwstr>
  </property>
  <property fmtid="{D5CDD505-2E9C-101B-9397-08002B2CF9AE}" pid="4" name="LastSaved">
    <vt:filetime>2020-08-26T00:00:00Z</vt:filetime>
  </property>
</Properties>
</file>